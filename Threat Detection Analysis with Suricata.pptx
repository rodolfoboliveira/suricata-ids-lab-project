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4"/>
    <p:sldMasterId id="2147483816" r:id="rId5"/>
  </p:sldMasterIdLst>
  <p:notesMasterIdLst>
    <p:notesMasterId r:id="rId17"/>
  </p:notesMasterIdLst>
  <p:handoutMasterIdLst>
    <p:handoutMasterId r:id="rId18"/>
  </p:handoutMasterIdLst>
  <p:sldIdLst>
    <p:sldId id="266" r:id="rId6"/>
    <p:sldId id="267" r:id="rId7"/>
    <p:sldId id="271" r:id="rId8"/>
    <p:sldId id="273" r:id="rId9"/>
    <p:sldId id="274" r:id="rId10"/>
    <p:sldId id="265" r:id="rId11"/>
    <p:sldId id="275" r:id="rId12"/>
    <p:sldId id="272" r:id="rId13"/>
    <p:sldId id="276" r:id="rId14"/>
    <p:sldId id="278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7D0D5-0461-9458-6919-1F45D5A7B33E}" v="52" dt="2025-06-05T21:53:02.531"/>
    <p1510:client id="{68518AB7-ABF3-4BBB-A501-897AF88D5CBD}" v="614" dt="2025-06-05T22:26:26.076"/>
    <p1510:client id="{BC886A13-98E6-B173-6F81-AF111A7244D5}" v="18" dt="2025-06-05T21:10:16.687"/>
    <p1510:client id="{C3F630B8-8AF5-750C-5CC9-1C73C4E10466}" v="32" dt="2025-06-05T22:13:45.364"/>
    <p1510:client id="{CAE7F81C-FDAD-8105-4EC4-5D031C2681AB}" v="5" dt="2025-06-05T22:22:43.170"/>
    <p1510:client id="{CB87E503-D98C-864B-9276-897177FA73A0}" v="189" dt="2025-06-05T21:52:33.949"/>
    <p1510:client id="{EDB85E14-5C44-AB87-7BE3-427E008EEAF8}" v="279" dt="2025-06-05T21:43:09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82BB70-3900-4766-8184-791E7082B840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024C332-2D7D-4A0F-96E0-8580CB797609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AÇÃO </a:t>
          </a:r>
        </a:p>
      </dgm:t>
    </dgm:pt>
    <dgm:pt modelId="{497E4050-9759-4823-A24E-A8E28DEBAEAD}" type="parTrans" cxnId="{510E6920-2F58-4026-BBA1-695C895759CF}">
      <dgm:prSet/>
      <dgm:spPr/>
      <dgm:t>
        <a:bodyPr/>
        <a:lstStyle/>
        <a:p>
          <a:endParaRPr lang="en-US"/>
        </a:p>
      </dgm:t>
    </dgm:pt>
    <dgm:pt modelId="{3744227F-6E2E-42A4-9279-7D9C2F4C788D}" type="sibTrans" cxnId="{510E6920-2F58-4026-BBA1-695C895759CF}">
      <dgm:prSet/>
      <dgm:spPr/>
      <dgm:t>
        <a:bodyPr/>
        <a:lstStyle/>
        <a:p>
          <a:endParaRPr lang="en-US"/>
        </a:p>
      </dgm:t>
    </dgm:pt>
    <dgm:pt modelId="{660EA775-8088-4687-ACF3-C929B7EC22C8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PROTOCOLO </a:t>
          </a:r>
        </a:p>
      </dgm:t>
    </dgm:pt>
    <dgm:pt modelId="{EDD3D40C-B55D-4132-88E4-887DA18D23FA}" type="parTrans" cxnId="{D4D61A16-BE55-4B16-ACF4-040549B3A366}">
      <dgm:prSet/>
      <dgm:spPr/>
      <dgm:t>
        <a:bodyPr/>
        <a:lstStyle/>
        <a:p>
          <a:endParaRPr lang="en-US"/>
        </a:p>
      </dgm:t>
    </dgm:pt>
    <dgm:pt modelId="{43CE657B-5DAD-4FCA-A4E5-F0D156BF7B6F}" type="sibTrans" cxnId="{D4D61A16-BE55-4B16-ACF4-040549B3A366}">
      <dgm:prSet/>
      <dgm:spPr/>
      <dgm:t>
        <a:bodyPr/>
        <a:lstStyle/>
        <a:p>
          <a:endParaRPr lang="en-US"/>
        </a:p>
      </dgm:t>
    </dgm:pt>
    <dgm:pt modelId="{F79CB6EA-4A93-4165-8B43-3F9360E9D33A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ORIGEM </a:t>
          </a:r>
          <a:endParaRPr lang="en-US" sz="20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DA2898-7F71-4E5A-9C10-C5D7D783E6BE}" type="parTrans" cxnId="{0DBF15D9-CD56-4BAA-A729-2E11E05FAF20}">
      <dgm:prSet/>
      <dgm:spPr/>
      <dgm:t>
        <a:bodyPr/>
        <a:lstStyle/>
        <a:p>
          <a:endParaRPr lang="en-US"/>
        </a:p>
      </dgm:t>
    </dgm:pt>
    <dgm:pt modelId="{6312348A-386C-4916-A58F-4B20E0BDD8AB}" type="sibTrans" cxnId="{0DBF15D9-CD56-4BAA-A729-2E11E05FAF20}">
      <dgm:prSet/>
      <dgm:spPr/>
      <dgm:t>
        <a:bodyPr/>
        <a:lstStyle/>
        <a:p>
          <a:endParaRPr lang="en-US"/>
        </a:p>
      </dgm:t>
    </dgm:pt>
    <dgm:pt modelId="{D93B57E9-9E41-423A-83DD-887B6F911D39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→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0E63DF47-F0D2-4992-BFE5-69A78409C9BD}" type="parTrans" cxnId="{9D0E931F-19CB-42A0-ADDA-5564CBB58BF2}">
      <dgm:prSet/>
      <dgm:spPr/>
      <dgm:t>
        <a:bodyPr/>
        <a:lstStyle/>
        <a:p>
          <a:endParaRPr lang="en-US"/>
        </a:p>
      </dgm:t>
    </dgm:pt>
    <dgm:pt modelId="{333CAAC4-93F8-4F84-BBBE-21995E71DE9E}" type="sibTrans" cxnId="{9D0E931F-19CB-42A0-ADDA-5564CBB58BF2}">
      <dgm:prSet/>
      <dgm:spPr/>
      <dgm:t>
        <a:bodyPr/>
        <a:lstStyle/>
        <a:p>
          <a:endParaRPr lang="en-US"/>
        </a:p>
      </dgm:t>
    </dgm:pt>
    <dgm:pt modelId="{87C83609-1B6E-47EC-BB77-3AFC7A0315EF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DESTINO </a:t>
          </a:r>
        </a:p>
      </dgm:t>
    </dgm:pt>
    <dgm:pt modelId="{D4585C69-1689-4E42-B998-B8D5DBFA4C14}" type="parTrans" cxnId="{0D50027B-2A7E-4990-AAC3-3DF0B6D62271}">
      <dgm:prSet/>
      <dgm:spPr/>
      <dgm:t>
        <a:bodyPr/>
        <a:lstStyle/>
        <a:p>
          <a:endParaRPr lang="en-US"/>
        </a:p>
      </dgm:t>
    </dgm:pt>
    <dgm:pt modelId="{114140B7-E9B5-4587-960D-1AE847774264}" type="sibTrans" cxnId="{0D50027B-2A7E-4990-AAC3-3DF0B6D62271}">
      <dgm:prSet/>
      <dgm:spPr/>
      <dgm:t>
        <a:bodyPr/>
        <a:lstStyle/>
        <a:p>
          <a:endParaRPr lang="en-US"/>
        </a:p>
      </dgm:t>
    </dgm:pt>
    <dgm:pt modelId="{C8A4F31C-23A0-4324-BC65-C557647D2813}" type="pres">
      <dgm:prSet presAssocID="{FD82BB70-3900-4766-8184-791E7082B840}" presName="diagram" presStyleCnt="0">
        <dgm:presLayoutVars>
          <dgm:dir/>
          <dgm:resizeHandles val="exact"/>
        </dgm:presLayoutVars>
      </dgm:prSet>
      <dgm:spPr/>
    </dgm:pt>
    <dgm:pt modelId="{BD84B876-C3CA-4C74-827F-3D4D3CFDBC09}" type="pres">
      <dgm:prSet presAssocID="{F024C332-2D7D-4A0F-96E0-8580CB797609}" presName="node" presStyleLbl="node1" presStyleIdx="0" presStyleCnt="5">
        <dgm:presLayoutVars>
          <dgm:bulletEnabled val="1"/>
        </dgm:presLayoutVars>
      </dgm:prSet>
      <dgm:spPr/>
    </dgm:pt>
    <dgm:pt modelId="{51CE3B19-5B36-4CD5-BE25-C5F84C370524}" type="pres">
      <dgm:prSet presAssocID="{3744227F-6E2E-42A4-9279-7D9C2F4C788D}" presName="sibTrans" presStyleCnt="0"/>
      <dgm:spPr/>
    </dgm:pt>
    <dgm:pt modelId="{D67866AB-6D04-4091-888C-0D46149229B3}" type="pres">
      <dgm:prSet presAssocID="{660EA775-8088-4687-ACF3-C929B7EC22C8}" presName="node" presStyleLbl="node1" presStyleIdx="1" presStyleCnt="5">
        <dgm:presLayoutVars>
          <dgm:bulletEnabled val="1"/>
        </dgm:presLayoutVars>
      </dgm:prSet>
      <dgm:spPr/>
    </dgm:pt>
    <dgm:pt modelId="{45801030-8F57-4D42-A84B-F1AE5F09F305}" type="pres">
      <dgm:prSet presAssocID="{43CE657B-5DAD-4FCA-A4E5-F0D156BF7B6F}" presName="sibTrans" presStyleCnt="0"/>
      <dgm:spPr/>
    </dgm:pt>
    <dgm:pt modelId="{158C2BF8-6596-4D59-B71F-528D3B5C6D53}" type="pres">
      <dgm:prSet presAssocID="{F79CB6EA-4A93-4165-8B43-3F9360E9D33A}" presName="node" presStyleLbl="node1" presStyleIdx="2" presStyleCnt="5">
        <dgm:presLayoutVars>
          <dgm:bulletEnabled val="1"/>
        </dgm:presLayoutVars>
      </dgm:prSet>
      <dgm:spPr/>
    </dgm:pt>
    <dgm:pt modelId="{3F09D079-E590-483E-9466-55E3CC45453F}" type="pres">
      <dgm:prSet presAssocID="{6312348A-386C-4916-A58F-4B20E0BDD8AB}" presName="sibTrans" presStyleCnt="0"/>
      <dgm:spPr/>
    </dgm:pt>
    <dgm:pt modelId="{4C950BC4-F9D3-4CE4-A204-82B6616DA8C3}" type="pres">
      <dgm:prSet presAssocID="{D93B57E9-9E41-423A-83DD-887B6F911D39}" presName="node" presStyleLbl="node1" presStyleIdx="3" presStyleCnt="5">
        <dgm:presLayoutVars>
          <dgm:bulletEnabled val="1"/>
        </dgm:presLayoutVars>
      </dgm:prSet>
      <dgm:spPr/>
    </dgm:pt>
    <dgm:pt modelId="{6ACD2D5A-A01C-4625-8EF0-0CCC5E002869}" type="pres">
      <dgm:prSet presAssocID="{333CAAC4-93F8-4F84-BBBE-21995E71DE9E}" presName="sibTrans" presStyleCnt="0"/>
      <dgm:spPr/>
    </dgm:pt>
    <dgm:pt modelId="{B8BFED01-C840-4163-B52C-43F3DFE6F059}" type="pres">
      <dgm:prSet presAssocID="{87C83609-1B6E-47EC-BB77-3AFC7A0315EF}" presName="node" presStyleLbl="node1" presStyleIdx="4" presStyleCnt="5">
        <dgm:presLayoutVars>
          <dgm:bulletEnabled val="1"/>
        </dgm:presLayoutVars>
      </dgm:prSet>
      <dgm:spPr/>
    </dgm:pt>
  </dgm:ptLst>
  <dgm:cxnLst>
    <dgm:cxn modelId="{D4D61A16-BE55-4B16-ACF4-040549B3A366}" srcId="{FD82BB70-3900-4766-8184-791E7082B840}" destId="{660EA775-8088-4687-ACF3-C929B7EC22C8}" srcOrd="1" destOrd="0" parTransId="{EDD3D40C-B55D-4132-88E4-887DA18D23FA}" sibTransId="{43CE657B-5DAD-4FCA-A4E5-F0D156BF7B6F}"/>
    <dgm:cxn modelId="{9D0E931F-19CB-42A0-ADDA-5564CBB58BF2}" srcId="{FD82BB70-3900-4766-8184-791E7082B840}" destId="{D93B57E9-9E41-423A-83DD-887B6F911D39}" srcOrd="3" destOrd="0" parTransId="{0E63DF47-F0D2-4992-BFE5-69A78409C9BD}" sibTransId="{333CAAC4-93F8-4F84-BBBE-21995E71DE9E}"/>
    <dgm:cxn modelId="{510E6920-2F58-4026-BBA1-695C895759CF}" srcId="{FD82BB70-3900-4766-8184-791E7082B840}" destId="{F024C332-2D7D-4A0F-96E0-8580CB797609}" srcOrd="0" destOrd="0" parTransId="{497E4050-9759-4823-A24E-A8E28DEBAEAD}" sibTransId="{3744227F-6E2E-42A4-9279-7D9C2F4C788D}"/>
    <dgm:cxn modelId="{50E6BD42-A1E2-48FE-854A-159431D5BCAE}" type="presOf" srcId="{FD82BB70-3900-4766-8184-791E7082B840}" destId="{C8A4F31C-23A0-4324-BC65-C557647D2813}" srcOrd="0" destOrd="0" presId="urn:microsoft.com/office/officeart/2005/8/layout/default"/>
    <dgm:cxn modelId="{5D20326D-18F8-4EB2-B72E-C0CF150D579F}" type="presOf" srcId="{F79CB6EA-4A93-4165-8B43-3F9360E9D33A}" destId="{158C2BF8-6596-4D59-B71F-528D3B5C6D53}" srcOrd="0" destOrd="0" presId="urn:microsoft.com/office/officeart/2005/8/layout/default"/>
    <dgm:cxn modelId="{0D50027B-2A7E-4990-AAC3-3DF0B6D62271}" srcId="{FD82BB70-3900-4766-8184-791E7082B840}" destId="{87C83609-1B6E-47EC-BB77-3AFC7A0315EF}" srcOrd="4" destOrd="0" parTransId="{D4585C69-1689-4E42-B998-B8D5DBFA4C14}" sibTransId="{114140B7-E9B5-4587-960D-1AE847774264}"/>
    <dgm:cxn modelId="{B236889E-A9CD-4F59-B1CE-C9660D2D4277}" type="presOf" srcId="{660EA775-8088-4687-ACF3-C929B7EC22C8}" destId="{D67866AB-6D04-4091-888C-0D46149229B3}" srcOrd="0" destOrd="0" presId="urn:microsoft.com/office/officeart/2005/8/layout/default"/>
    <dgm:cxn modelId="{3667F2BE-7CC2-42AA-AC7B-74929973A272}" type="presOf" srcId="{87C83609-1B6E-47EC-BB77-3AFC7A0315EF}" destId="{B8BFED01-C840-4163-B52C-43F3DFE6F059}" srcOrd="0" destOrd="0" presId="urn:microsoft.com/office/officeart/2005/8/layout/default"/>
    <dgm:cxn modelId="{8FF6C2C4-18FF-45AA-8066-85D011AFF753}" type="presOf" srcId="{D93B57E9-9E41-423A-83DD-887B6F911D39}" destId="{4C950BC4-F9D3-4CE4-A204-82B6616DA8C3}" srcOrd="0" destOrd="0" presId="urn:microsoft.com/office/officeart/2005/8/layout/default"/>
    <dgm:cxn modelId="{0DBF15D9-CD56-4BAA-A729-2E11E05FAF20}" srcId="{FD82BB70-3900-4766-8184-791E7082B840}" destId="{F79CB6EA-4A93-4165-8B43-3F9360E9D33A}" srcOrd="2" destOrd="0" parTransId="{18DA2898-7F71-4E5A-9C10-C5D7D783E6BE}" sibTransId="{6312348A-386C-4916-A58F-4B20E0BDD8AB}"/>
    <dgm:cxn modelId="{D43381DA-90BA-4405-8467-7DB8F60941BD}" type="presOf" srcId="{F024C332-2D7D-4A0F-96E0-8580CB797609}" destId="{BD84B876-C3CA-4C74-827F-3D4D3CFDBC09}" srcOrd="0" destOrd="0" presId="urn:microsoft.com/office/officeart/2005/8/layout/default"/>
    <dgm:cxn modelId="{4151D5D9-2E24-4339-A75D-880C700E6339}" type="presParOf" srcId="{C8A4F31C-23A0-4324-BC65-C557647D2813}" destId="{BD84B876-C3CA-4C74-827F-3D4D3CFDBC09}" srcOrd="0" destOrd="0" presId="urn:microsoft.com/office/officeart/2005/8/layout/default"/>
    <dgm:cxn modelId="{9ED20897-B513-4074-801F-03077FE4C2DD}" type="presParOf" srcId="{C8A4F31C-23A0-4324-BC65-C557647D2813}" destId="{51CE3B19-5B36-4CD5-BE25-C5F84C370524}" srcOrd="1" destOrd="0" presId="urn:microsoft.com/office/officeart/2005/8/layout/default"/>
    <dgm:cxn modelId="{7ADC152D-C865-433A-88B6-1E6193B750F8}" type="presParOf" srcId="{C8A4F31C-23A0-4324-BC65-C557647D2813}" destId="{D67866AB-6D04-4091-888C-0D46149229B3}" srcOrd="2" destOrd="0" presId="urn:microsoft.com/office/officeart/2005/8/layout/default"/>
    <dgm:cxn modelId="{08DF2772-E901-4D08-AAEA-457D37DFCD1D}" type="presParOf" srcId="{C8A4F31C-23A0-4324-BC65-C557647D2813}" destId="{45801030-8F57-4D42-A84B-F1AE5F09F305}" srcOrd="3" destOrd="0" presId="urn:microsoft.com/office/officeart/2005/8/layout/default"/>
    <dgm:cxn modelId="{44FF7B94-2552-4B1B-B656-0BF3287508C6}" type="presParOf" srcId="{C8A4F31C-23A0-4324-BC65-C557647D2813}" destId="{158C2BF8-6596-4D59-B71F-528D3B5C6D53}" srcOrd="4" destOrd="0" presId="urn:microsoft.com/office/officeart/2005/8/layout/default"/>
    <dgm:cxn modelId="{16ADB604-5D08-46F6-8C28-068E5CD6CB88}" type="presParOf" srcId="{C8A4F31C-23A0-4324-BC65-C557647D2813}" destId="{3F09D079-E590-483E-9466-55E3CC45453F}" srcOrd="5" destOrd="0" presId="urn:microsoft.com/office/officeart/2005/8/layout/default"/>
    <dgm:cxn modelId="{FD20A551-C5FA-4145-B3F8-7C2EA90E4D0B}" type="presParOf" srcId="{C8A4F31C-23A0-4324-BC65-C557647D2813}" destId="{4C950BC4-F9D3-4CE4-A204-82B6616DA8C3}" srcOrd="6" destOrd="0" presId="urn:microsoft.com/office/officeart/2005/8/layout/default"/>
    <dgm:cxn modelId="{9CEC9F22-134E-4BE5-82E3-6BF3E6DB0FB3}" type="presParOf" srcId="{C8A4F31C-23A0-4324-BC65-C557647D2813}" destId="{6ACD2D5A-A01C-4625-8EF0-0CCC5E002869}" srcOrd="7" destOrd="0" presId="urn:microsoft.com/office/officeart/2005/8/layout/default"/>
    <dgm:cxn modelId="{64EF1ECB-F973-4C79-A6DD-9DDB0BB8700D}" type="presParOf" srcId="{C8A4F31C-23A0-4324-BC65-C557647D2813}" destId="{B8BFED01-C840-4163-B52C-43F3DFE6F05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2BB70-3900-4766-8184-791E7082B840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024C332-2D7D-4A0F-96E0-8580CB797609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msg:"</a:t>
          </a:r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texto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7E4050-9759-4823-A24E-A8E28DEBAEAD}" type="parTrans" cxnId="{510E6920-2F58-4026-BBA1-695C895759CF}">
      <dgm:prSet/>
      <dgm:spPr/>
      <dgm:t>
        <a:bodyPr/>
        <a:lstStyle/>
        <a:p>
          <a:endParaRPr lang="en-US"/>
        </a:p>
      </dgm:t>
    </dgm:pt>
    <dgm:pt modelId="{3744227F-6E2E-42A4-9279-7D9C2F4C788D}" type="sibTrans" cxnId="{510E6920-2F58-4026-BBA1-695C895759CF}">
      <dgm:prSet/>
      <dgm:spPr/>
      <dgm:t>
        <a:bodyPr/>
        <a:lstStyle/>
        <a:p>
          <a:endParaRPr lang="en-US"/>
        </a:p>
      </dgm:t>
    </dgm:pt>
    <dgm:pt modelId="{660EA775-8088-4687-ACF3-C929B7EC22C8}">
      <dgm:prSet/>
      <dgm:spPr/>
      <dgm:t>
        <a:bodyPr/>
        <a:lstStyle/>
        <a:p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content:"string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D3D40C-B55D-4132-88E4-887DA18D23FA}" type="parTrans" cxnId="{D4D61A16-BE55-4B16-ACF4-040549B3A366}">
      <dgm:prSet/>
      <dgm:spPr/>
      <dgm:t>
        <a:bodyPr/>
        <a:lstStyle/>
        <a:p>
          <a:endParaRPr lang="en-US"/>
        </a:p>
      </dgm:t>
    </dgm:pt>
    <dgm:pt modelId="{43CE657B-5DAD-4FCA-A4E5-F0D156BF7B6F}" type="sibTrans" cxnId="{D4D61A16-BE55-4B16-ACF4-040549B3A366}">
      <dgm:prSet/>
      <dgm:spPr/>
      <dgm:t>
        <a:bodyPr/>
        <a:lstStyle/>
        <a:p>
          <a:endParaRPr lang="en-US"/>
        </a:p>
      </dgm:t>
    </dgm:pt>
    <dgm:pt modelId="{F79CB6EA-4A93-4165-8B43-3F9360E9D33A}">
      <dgm:prSet/>
      <dgm:spPr/>
      <dgm:t>
        <a:bodyPr/>
        <a:lstStyle/>
        <a:p>
          <a:r>
            <a:rPr lang="en-US" b="0" i="0" u="none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nocase</a:t>
          </a:r>
          <a:endParaRPr lang="en-US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DA2898-7F71-4E5A-9C10-C5D7D783E6BE}" type="parTrans" cxnId="{0DBF15D9-CD56-4BAA-A729-2E11E05FAF20}">
      <dgm:prSet/>
      <dgm:spPr/>
      <dgm:t>
        <a:bodyPr/>
        <a:lstStyle/>
        <a:p>
          <a:endParaRPr lang="en-US"/>
        </a:p>
      </dgm:t>
    </dgm:pt>
    <dgm:pt modelId="{6312348A-386C-4916-A58F-4B20E0BDD8AB}" type="sibTrans" cxnId="{0DBF15D9-CD56-4BAA-A729-2E11E05FAF20}">
      <dgm:prSet/>
      <dgm:spPr/>
      <dgm:t>
        <a:bodyPr/>
        <a:lstStyle/>
        <a:p>
          <a:endParaRPr lang="en-US"/>
        </a:p>
      </dgm:t>
    </dgm:pt>
    <dgm:pt modelId="{D93B57E9-9E41-423A-83DD-887B6F911D39}">
      <dgm:prSet/>
      <dgm:spPr/>
      <dgm:t>
        <a:bodyPr/>
        <a:lstStyle/>
        <a:p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sid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:&lt;id&gt;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63DF47-F0D2-4992-BFE5-69A78409C9BD}" type="parTrans" cxnId="{9D0E931F-19CB-42A0-ADDA-5564CBB58BF2}">
      <dgm:prSet/>
      <dgm:spPr/>
      <dgm:t>
        <a:bodyPr/>
        <a:lstStyle/>
        <a:p>
          <a:endParaRPr lang="en-US"/>
        </a:p>
      </dgm:t>
    </dgm:pt>
    <dgm:pt modelId="{333CAAC4-93F8-4F84-BBBE-21995E71DE9E}" type="sibTrans" cxnId="{9D0E931F-19CB-42A0-ADDA-5564CBB58BF2}">
      <dgm:prSet/>
      <dgm:spPr/>
      <dgm:t>
        <a:bodyPr/>
        <a:lstStyle/>
        <a:p>
          <a:endParaRPr lang="en-US"/>
        </a:p>
      </dgm:t>
    </dgm:pt>
    <dgm:pt modelId="{87C83609-1B6E-47EC-BB77-3AFC7A0315EF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rev:&lt;num&gt;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585C69-1689-4E42-B998-B8D5DBFA4C14}" type="parTrans" cxnId="{0D50027B-2A7E-4990-AAC3-3DF0B6D62271}">
      <dgm:prSet/>
      <dgm:spPr/>
      <dgm:t>
        <a:bodyPr/>
        <a:lstStyle/>
        <a:p>
          <a:endParaRPr lang="en-US"/>
        </a:p>
      </dgm:t>
    </dgm:pt>
    <dgm:pt modelId="{114140B7-E9B5-4587-960D-1AE847774264}" type="sibTrans" cxnId="{0D50027B-2A7E-4990-AAC3-3DF0B6D62271}">
      <dgm:prSet/>
      <dgm:spPr/>
      <dgm:t>
        <a:bodyPr/>
        <a:lstStyle/>
        <a:p>
          <a:endParaRPr lang="en-US"/>
        </a:p>
      </dgm:t>
    </dgm:pt>
    <dgm:pt modelId="{75A3E16F-8B2E-46D1-B3E2-353F7EC33895}">
      <dgm:prSet/>
      <dgm:spPr/>
      <dgm:t>
        <a:bodyPr/>
        <a:lstStyle/>
        <a:p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classtype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</a:t>
          </a:r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tipo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8AECF1-6181-4DB1-B5A3-90B851880603}" type="parTrans" cxnId="{D6671336-7C27-42B5-8BDD-A50D122F8F4D}">
      <dgm:prSet/>
      <dgm:spPr/>
      <dgm:t>
        <a:bodyPr/>
        <a:lstStyle/>
        <a:p>
          <a:endParaRPr lang="en-US"/>
        </a:p>
      </dgm:t>
    </dgm:pt>
    <dgm:pt modelId="{96BDCAED-735A-47D2-B67F-C0495747E4C3}" type="sibTrans" cxnId="{D6671336-7C27-42B5-8BDD-A50D122F8F4D}">
      <dgm:prSet/>
      <dgm:spPr/>
      <dgm:t>
        <a:bodyPr/>
        <a:lstStyle/>
        <a:p>
          <a:endParaRPr lang="en-US"/>
        </a:p>
      </dgm:t>
    </dgm:pt>
    <dgm:pt modelId="{0AB3D10B-971C-46D8-AEC1-BF89AE7E86C8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priority:&lt;n&gt;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667A2D-7640-41F1-9355-D6364F736FE5}" type="parTrans" cxnId="{44317E5E-A0C1-46DB-954E-5C90C4217CCF}">
      <dgm:prSet/>
      <dgm:spPr/>
      <dgm:t>
        <a:bodyPr/>
        <a:lstStyle/>
        <a:p>
          <a:endParaRPr lang="en-US"/>
        </a:p>
      </dgm:t>
    </dgm:pt>
    <dgm:pt modelId="{20CFE1F6-C819-478E-A6A7-4E4E615F49C6}" type="sibTrans" cxnId="{44317E5E-A0C1-46DB-954E-5C90C4217CCF}">
      <dgm:prSet/>
      <dgm:spPr/>
      <dgm:t>
        <a:bodyPr/>
        <a:lstStyle/>
        <a:p>
          <a:endParaRPr lang="en-US"/>
        </a:p>
      </dgm:t>
    </dgm:pt>
    <dgm:pt modelId="{D18FB864-D112-4C3B-A3FB-A17E917129F3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flow:&lt;</a:t>
          </a:r>
          <a:r>
            <a:rPr lang="en-US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direção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915BA4-7ADE-4F0A-BDC4-690D61506378}" type="parTrans" cxnId="{20AD30B6-F088-4611-A370-1220294874C5}">
      <dgm:prSet/>
      <dgm:spPr/>
      <dgm:t>
        <a:bodyPr/>
        <a:lstStyle/>
        <a:p>
          <a:endParaRPr lang="en-US"/>
        </a:p>
      </dgm:t>
    </dgm:pt>
    <dgm:pt modelId="{33B59E94-0B8F-44B1-A175-FB69C1A301F5}" type="sibTrans" cxnId="{20AD30B6-F088-4611-A370-1220294874C5}">
      <dgm:prSet/>
      <dgm:spPr/>
      <dgm:t>
        <a:bodyPr/>
        <a:lstStyle/>
        <a:p>
          <a:endParaRPr lang="en-US"/>
        </a:p>
      </dgm:t>
    </dgm:pt>
    <dgm:pt modelId="{A36E6717-D999-49F7-9D89-8E64F1F706D2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threshold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6C5C59-5C4B-4F46-8932-DAAADC0AD259}" type="parTrans" cxnId="{B83FD252-3224-4E0C-A774-21C26D6099E9}">
      <dgm:prSet/>
      <dgm:spPr/>
      <dgm:t>
        <a:bodyPr/>
        <a:lstStyle/>
        <a:p>
          <a:endParaRPr lang="en-US"/>
        </a:p>
      </dgm:t>
    </dgm:pt>
    <dgm:pt modelId="{489EC3EE-7164-4FF5-9704-85AC2355F8B6}" type="sibTrans" cxnId="{B83FD252-3224-4E0C-A774-21C26D6099E9}">
      <dgm:prSet/>
      <dgm:spPr/>
      <dgm:t>
        <a:bodyPr/>
        <a:lstStyle/>
        <a:p>
          <a:endParaRPr lang="en-US"/>
        </a:p>
      </dgm:t>
    </dgm:pt>
    <dgm:pt modelId="{C8A4F31C-23A0-4324-BC65-C557647D2813}" type="pres">
      <dgm:prSet presAssocID="{FD82BB70-3900-4766-8184-791E7082B840}" presName="diagram" presStyleCnt="0">
        <dgm:presLayoutVars>
          <dgm:dir/>
          <dgm:resizeHandles val="exact"/>
        </dgm:presLayoutVars>
      </dgm:prSet>
      <dgm:spPr/>
    </dgm:pt>
    <dgm:pt modelId="{BD84B876-C3CA-4C74-827F-3D4D3CFDBC09}" type="pres">
      <dgm:prSet presAssocID="{F024C332-2D7D-4A0F-96E0-8580CB797609}" presName="node" presStyleLbl="node1" presStyleIdx="0" presStyleCnt="9">
        <dgm:presLayoutVars>
          <dgm:bulletEnabled val="1"/>
        </dgm:presLayoutVars>
      </dgm:prSet>
      <dgm:spPr/>
    </dgm:pt>
    <dgm:pt modelId="{51CE3B19-5B36-4CD5-BE25-C5F84C370524}" type="pres">
      <dgm:prSet presAssocID="{3744227F-6E2E-42A4-9279-7D9C2F4C788D}" presName="sibTrans" presStyleCnt="0"/>
      <dgm:spPr/>
    </dgm:pt>
    <dgm:pt modelId="{D67866AB-6D04-4091-888C-0D46149229B3}" type="pres">
      <dgm:prSet presAssocID="{660EA775-8088-4687-ACF3-C929B7EC22C8}" presName="node" presStyleLbl="node1" presStyleIdx="1" presStyleCnt="9">
        <dgm:presLayoutVars>
          <dgm:bulletEnabled val="1"/>
        </dgm:presLayoutVars>
      </dgm:prSet>
      <dgm:spPr/>
    </dgm:pt>
    <dgm:pt modelId="{45801030-8F57-4D42-A84B-F1AE5F09F305}" type="pres">
      <dgm:prSet presAssocID="{43CE657B-5DAD-4FCA-A4E5-F0D156BF7B6F}" presName="sibTrans" presStyleCnt="0"/>
      <dgm:spPr/>
    </dgm:pt>
    <dgm:pt modelId="{158C2BF8-6596-4D59-B71F-528D3B5C6D53}" type="pres">
      <dgm:prSet presAssocID="{F79CB6EA-4A93-4165-8B43-3F9360E9D33A}" presName="node" presStyleLbl="node1" presStyleIdx="2" presStyleCnt="9">
        <dgm:presLayoutVars>
          <dgm:bulletEnabled val="1"/>
        </dgm:presLayoutVars>
      </dgm:prSet>
      <dgm:spPr/>
    </dgm:pt>
    <dgm:pt modelId="{3F09D079-E590-483E-9466-55E3CC45453F}" type="pres">
      <dgm:prSet presAssocID="{6312348A-386C-4916-A58F-4B20E0BDD8AB}" presName="sibTrans" presStyleCnt="0"/>
      <dgm:spPr/>
    </dgm:pt>
    <dgm:pt modelId="{4C950BC4-F9D3-4CE4-A204-82B6616DA8C3}" type="pres">
      <dgm:prSet presAssocID="{D93B57E9-9E41-423A-83DD-887B6F911D39}" presName="node" presStyleLbl="node1" presStyleIdx="3" presStyleCnt="9">
        <dgm:presLayoutVars>
          <dgm:bulletEnabled val="1"/>
        </dgm:presLayoutVars>
      </dgm:prSet>
      <dgm:spPr/>
    </dgm:pt>
    <dgm:pt modelId="{6ACD2D5A-A01C-4625-8EF0-0CCC5E002869}" type="pres">
      <dgm:prSet presAssocID="{333CAAC4-93F8-4F84-BBBE-21995E71DE9E}" presName="sibTrans" presStyleCnt="0"/>
      <dgm:spPr/>
    </dgm:pt>
    <dgm:pt modelId="{B8BFED01-C840-4163-B52C-43F3DFE6F059}" type="pres">
      <dgm:prSet presAssocID="{87C83609-1B6E-47EC-BB77-3AFC7A0315EF}" presName="node" presStyleLbl="node1" presStyleIdx="4" presStyleCnt="9">
        <dgm:presLayoutVars>
          <dgm:bulletEnabled val="1"/>
        </dgm:presLayoutVars>
      </dgm:prSet>
      <dgm:spPr/>
    </dgm:pt>
    <dgm:pt modelId="{FC3AE4C0-A641-4BF1-AD1B-0AB3C107CEE8}" type="pres">
      <dgm:prSet presAssocID="{114140B7-E9B5-4587-960D-1AE847774264}" presName="sibTrans" presStyleCnt="0"/>
      <dgm:spPr/>
    </dgm:pt>
    <dgm:pt modelId="{FC01CC14-E33F-4C20-BE37-F782EDD6811A}" type="pres">
      <dgm:prSet presAssocID="{75A3E16F-8B2E-46D1-B3E2-353F7EC33895}" presName="node" presStyleLbl="node1" presStyleIdx="5" presStyleCnt="9">
        <dgm:presLayoutVars>
          <dgm:bulletEnabled val="1"/>
        </dgm:presLayoutVars>
      </dgm:prSet>
      <dgm:spPr/>
    </dgm:pt>
    <dgm:pt modelId="{EE29494D-3C42-4383-863C-E2E885730F94}" type="pres">
      <dgm:prSet presAssocID="{96BDCAED-735A-47D2-B67F-C0495747E4C3}" presName="sibTrans" presStyleCnt="0"/>
      <dgm:spPr/>
    </dgm:pt>
    <dgm:pt modelId="{10874D2A-F513-4662-B168-4D15D6C4A1AC}" type="pres">
      <dgm:prSet presAssocID="{0AB3D10B-971C-46D8-AEC1-BF89AE7E86C8}" presName="node" presStyleLbl="node1" presStyleIdx="6" presStyleCnt="9">
        <dgm:presLayoutVars>
          <dgm:bulletEnabled val="1"/>
        </dgm:presLayoutVars>
      </dgm:prSet>
      <dgm:spPr/>
    </dgm:pt>
    <dgm:pt modelId="{041A1C5A-0227-4224-B936-4A1D8D8DAA7B}" type="pres">
      <dgm:prSet presAssocID="{20CFE1F6-C819-478E-A6A7-4E4E615F49C6}" presName="sibTrans" presStyleCnt="0"/>
      <dgm:spPr/>
    </dgm:pt>
    <dgm:pt modelId="{6EEDECB4-51B8-40C7-A4EB-909596D9C27C}" type="pres">
      <dgm:prSet presAssocID="{D18FB864-D112-4C3B-A3FB-A17E917129F3}" presName="node" presStyleLbl="node1" presStyleIdx="7" presStyleCnt="9">
        <dgm:presLayoutVars>
          <dgm:bulletEnabled val="1"/>
        </dgm:presLayoutVars>
      </dgm:prSet>
      <dgm:spPr/>
    </dgm:pt>
    <dgm:pt modelId="{4A101CA2-8C82-4179-BB31-306E82F8961A}" type="pres">
      <dgm:prSet presAssocID="{33B59E94-0B8F-44B1-A175-FB69C1A301F5}" presName="sibTrans" presStyleCnt="0"/>
      <dgm:spPr/>
    </dgm:pt>
    <dgm:pt modelId="{F9C97DEC-2EDA-43C4-880B-BEBC5C9199F1}" type="pres">
      <dgm:prSet presAssocID="{A36E6717-D999-49F7-9D89-8E64F1F706D2}" presName="node" presStyleLbl="node1" presStyleIdx="8" presStyleCnt="9">
        <dgm:presLayoutVars>
          <dgm:bulletEnabled val="1"/>
        </dgm:presLayoutVars>
      </dgm:prSet>
      <dgm:spPr/>
    </dgm:pt>
  </dgm:ptLst>
  <dgm:cxnLst>
    <dgm:cxn modelId="{50266303-F3DA-4C6D-B122-59F8B1A7F355}" type="presOf" srcId="{D18FB864-D112-4C3B-A3FB-A17E917129F3}" destId="{6EEDECB4-51B8-40C7-A4EB-909596D9C27C}" srcOrd="0" destOrd="0" presId="urn:microsoft.com/office/officeart/2005/8/layout/default"/>
    <dgm:cxn modelId="{D4D61A16-BE55-4B16-ACF4-040549B3A366}" srcId="{FD82BB70-3900-4766-8184-791E7082B840}" destId="{660EA775-8088-4687-ACF3-C929B7EC22C8}" srcOrd="1" destOrd="0" parTransId="{EDD3D40C-B55D-4132-88E4-887DA18D23FA}" sibTransId="{43CE657B-5DAD-4FCA-A4E5-F0D156BF7B6F}"/>
    <dgm:cxn modelId="{9D0E931F-19CB-42A0-ADDA-5564CBB58BF2}" srcId="{FD82BB70-3900-4766-8184-791E7082B840}" destId="{D93B57E9-9E41-423A-83DD-887B6F911D39}" srcOrd="3" destOrd="0" parTransId="{0E63DF47-F0D2-4992-BFE5-69A78409C9BD}" sibTransId="{333CAAC4-93F8-4F84-BBBE-21995E71DE9E}"/>
    <dgm:cxn modelId="{510E6920-2F58-4026-BBA1-695C895759CF}" srcId="{FD82BB70-3900-4766-8184-791E7082B840}" destId="{F024C332-2D7D-4A0F-96E0-8580CB797609}" srcOrd="0" destOrd="0" parTransId="{497E4050-9759-4823-A24E-A8E28DEBAEAD}" sibTransId="{3744227F-6E2E-42A4-9279-7D9C2F4C788D}"/>
    <dgm:cxn modelId="{D6671336-7C27-42B5-8BDD-A50D122F8F4D}" srcId="{FD82BB70-3900-4766-8184-791E7082B840}" destId="{75A3E16F-8B2E-46D1-B3E2-353F7EC33895}" srcOrd="5" destOrd="0" parTransId="{B48AECF1-6181-4DB1-B5A3-90B851880603}" sibTransId="{96BDCAED-735A-47D2-B67F-C0495747E4C3}"/>
    <dgm:cxn modelId="{44317E5E-A0C1-46DB-954E-5C90C4217CCF}" srcId="{FD82BB70-3900-4766-8184-791E7082B840}" destId="{0AB3D10B-971C-46D8-AEC1-BF89AE7E86C8}" srcOrd="6" destOrd="0" parTransId="{34667A2D-7640-41F1-9355-D6364F736FE5}" sibTransId="{20CFE1F6-C819-478E-A6A7-4E4E615F49C6}"/>
    <dgm:cxn modelId="{50E6BD42-A1E2-48FE-854A-159431D5BCAE}" type="presOf" srcId="{FD82BB70-3900-4766-8184-791E7082B840}" destId="{C8A4F31C-23A0-4324-BC65-C557647D2813}" srcOrd="0" destOrd="0" presId="urn:microsoft.com/office/officeart/2005/8/layout/default"/>
    <dgm:cxn modelId="{5D20326D-18F8-4EB2-B72E-C0CF150D579F}" type="presOf" srcId="{F79CB6EA-4A93-4165-8B43-3F9360E9D33A}" destId="{158C2BF8-6596-4D59-B71F-528D3B5C6D53}" srcOrd="0" destOrd="0" presId="urn:microsoft.com/office/officeart/2005/8/layout/default"/>
    <dgm:cxn modelId="{B83FD252-3224-4E0C-A774-21C26D6099E9}" srcId="{FD82BB70-3900-4766-8184-791E7082B840}" destId="{A36E6717-D999-49F7-9D89-8E64F1F706D2}" srcOrd="8" destOrd="0" parTransId="{5E6C5C59-5C4B-4F46-8932-DAAADC0AD259}" sibTransId="{489EC3EE-7164-4FF5-9704-85AC2355F8B6}"/>
    <dgm:cxn modelId="{0D50027B-2A7E-4990-AAC3-3DF0B6D62271}" srcId="{FD82BB70-3900-4766-8184-791E7082B840}" destId="{87C83609-1B6E-47EC-BB77-3AFC7A0315EF}" srcOrd="4" destOrd="0" parTransId="{D4585C69-1689-4E42-B998-B8D5DBFA4C14}" sibTransId="{114140B7-E9B5-4587-960D-1AE847774264}"/>
    <dgm:cxn modelId="{B236889E-A9CD-4F59-B1CE-C9660D2D4277}" type="presOf" srcId="{660EA775-8088-4687-ACF3-C929B7EC22C8}" destId="{D67866AB-6D04-4091-888C-0D46149229B3}" srcOrd="0" destOrd="0" presId="urn:microsoft.com/office/officeart/2005/8/layout/default"/>
    <dgm:cxn modelId="{20AD30B6-F088-4611-A370-1220294874C5}" srcId="{FD82BB70-3900-4766-8184-791E7082B840}" destId="{D18FB864-D112-4C3B-A3FB-A17E917129F3}" srcOrd="7" destOrd="0" parTransId="{50915BA4-7ADE-4F0A-BDC4-690D61506378}" sibTransId="{33B59E94-0B8F-44B1-A175-FB69C1A301F5}"/>
    <dgm:cxn modelId="{06315FBA-2916-43CE-A222-0276E9E48E19}" type="presOf" srcId="{75A3E16F-8B2E-46D1-B3E2-353F7EC33895}" destId="{FC01CC14-E33F-4C20-BE37-F782EDD6811A}" srcOrd="0" destOrd="0" presId="urn:microsoft.com/office/officeart/2005/8/layout/default"/>
    <dgm:cxn modelId="{3667F2BE-7CC2-42AA-AC7B-74929973A272}" type="presOf" srcId="{87C83609-1B6E-47EC-BB77-3AFC7A0315EF}" destId="{B8BFED01-C840-4163-B52C-43F3DFE6F059}" srcOrd="0" destOrd="0" presId="urn:microsoft.com/office/officeart/2005/8/layout/default"/>
    <dgm:cxn modelId="{8FF6C2C4-18FF-45AA-8066-85D011AFF753}" type="presOf" srcId="{D93B57E9-9E41-423A-83DD-887B6F911D39}" destId="{4C950BC4-F9D3-4CE4-A204-82B6616DA8C3}" srcOrd="0" destOrd="0" presId="urn:microsoft.com/office/officeart/2005/8/layout/default"/>
    <dgm:cxn modelId="{9ACA0CD8-E1EF-4AAC-9304-11159E9712A5}" type="presOf" srcId="{A36E6717-D999-49F7-9D89-8E64F1F706D2}" destId="{F9C97DEC-2EDA-43C4-880B-BEBC5C9199F1}" srcOrd="0" destOrd="0" presId="urn:microsoft.com/office/officeart/2005/8/layout/default"/>
    <dgm:cxn modelId="{0DBF15D9-CD56-4BAA-A729-2E11E05FAF20}" srcId="{FD82BB70-3900-4766-8184-791E7082B840}" destId="{F79CB6EA-4A93-4165-8B43-3F9360E9D33A}" srcOrd="2" destOrd="0" parTransId="{18DA2898-7F71-4E5A-9C10-C5D7D783E6BE}" sibTransId="{6312348A-386C-4916-A58F-4B20E0BDD8AB}"/>
    <dgm:cxn modelId="{D43381DA-90BA-4405-8467-7DB8F60941BD}" type="presOf" srcId="{F024C332-2D7D-4A0F-96E0-8580CB797609}" destId="{BD84B876-C3CA-4C74-827F-3D4D3CFDBC09}" srcOrd="0" destOrd="0" presId="urn:microsoft.com/office/officeart/2005/8/layout/default"/>
    <dgm:cxn modelId="{B26547E3-143D-4317-BAD5-B471F327AE83}" type="presOf" srcId="{0AB3D10B-971C-46D8-AEC1-BF89AE7E86C8}" destId="{10874D2A-F513-4662-B168-4D15D6C4A1AC}" srcOrd="0" destOrd="0" presId="urn:microsoft.com/office/officeart/2005/8/layout/default"/>
    <dgm:cxn modelId="{4151D5D9-2E24-4339-A75D-880C700E6339}" type="presParOf" srcId="{C8A4F31C-23A0-4324-BC65-C557647D2813}" destId="{BD84B876-C3CA-4C74-827F-3D4D3CFDBC09}" srcOrd="0" destOrd="0" presId="urn:microsoft.com/office/officeart/2005/8/layout/default"/>
    <dgm:cxn modelId="{9ED20897-B513-4074-801F-03077FE4C2DD}" type="presParOf" srcId="{C8A4F31C-23A0-4324-BC65-C557647D2813}" destId="{51CE3B19-5B36-4CD5-BE25-C5F84C370524}" srcOrd="1" destOrd="0" presId="urn:microsoft.com/office/officeart/2005/8/layout/default"/>
    <dgm:cxn modelId="{7ADC152D-C865-433A-88B6-1E6193B750F8}" type="presParOf" srcId="{C8A4F31C-23A0-4324-BC65-C557647D2813}" destId="{D67866AB-6D04-4091-888C-0D46149229B3}" srcOrd="2" destOrd="0" presId="urn:microsoft.com/office/officeart/2005/8/layout/default"/>
    <dgm:cxn modelId="{08DF2772-E901-4D08-AAEA-457D37DFCD1D}" type="presParOf" srcId="{C8A4F31C-23A0-4324-BC65-C557647D2813}" destId="{45801030-8F57-4D42-A84B-F1AE5F09F305}" srcOrd="3" destOrd="0" presId="urn:microsoft.com/office/officeart/2005/8/layout/default"/>
    <dgm:cxn modelId="{44FF7B94-2552-4B1B-B656-0BF3287508C6}" type="presParOf" srcId="{C8A4F31C-23A0-4324-BC65-C557647D2813}" destId="{158C2BF8-6596-4D59-B71F-528D3B5C6D53}" srcOrd="4" destOrd="0" presId="urn:microsoft.com/office/officeart/2005/8/layout/default"/>
    <dgm:cxn modelId="{16ADB604-5D08-46F6-8C28-068E5CD6CB88}" type="presParOf" srcId="{C8A4F31C-23A0-4324-BC65-C557647D2813}" destId="{3F09D079-E590-483E-9466-55E3CC45453F}" srcOrd="5" destOrd="0" presId="urn:microsoft.com/office/officeart/2005/8/layout/default"/>
    <dgm:cxn modelId="{FD20A551-C5FA-4145-B3F8-7C2EA90E4D0B}" type="presParOf" srcId="{C8A4F31C-23A0-4324-BC65-C557647D2813}" destId="{4C950BC4-F9D3-4CE4-A204-82B6616DA8C3}" srcOrd="6" destOrd="0" presId="urn:microsoft.com/office/officeart/2005/8/layout/default"/>
    <dgm:cxn modelId="{9CEC9F22-134E-4BE5-82E3-6BF3E6DB0FB3}" type="presParOf" srcId="{C8A4F31C-23A0-4324-BC65-C557647D2813}" destId="{6ACD2D5A-A01C-4625-8EF0-0CCC5E002869}" srcOrd="7" destOrd="0" presId="urn:microsoft.com/office/officeart/2005/8/layout/default"/>
    <dgm:cxn modelId="{64EF1ECB-F973-4C79-A6DD-9DDB0BB8700D}" type="presParOf" srcId="{C8A4F31C-23A0-4324-BC65-C557647D2813}" destId="{B8BFED01-C840-4163-B52C-43F3DFE6F059}" srcOrd="8" destOrd="0" presId="urn:microsoft.com/office/officeart/2005/8/layout/default"/>
    <dgm:cxn modelId="{1317B664-1614-4423-8A20-CBD2A0F1481B}" type="presParOf" srcId="{C8A4F31C-23A0-4324-BC65-C557647D2813}" destId="{FC3AE4C0-A641-4BF1-AD1B-0AB3C107CEE8}" srcOrd="9" destOrd="0" presId="urn:microsoft.com/office/officeart/2005/8/layout/default"/>
    <dgm:cxn modelId="{848C5061-24C5-4C32-9131-1A3BC6759DBE}" type="presParOf" srcId="{C8A4F31C-23A0-4324-BC65-C557647D2813}" destId="{FC01CC14-E33F-4C20-BE37-F782EDD6811A}" srcOrd="10" destOrd="0" presId="urn:microsoft.com/office/officeart/2005/8/layout/default"/>
    <dgm:cxn modelId="{ACC142A3-D019-4DE2-A8A1-4FD0C70B1AB0}" type="presParOf" srcId="{C8A4F31C-23A0-4324-BC65-C557647D2813}" destId="{EE29494D-3C42-4383-863C-E2E885730F94}" srcOrd="11" destOrd="0" presId="urn:microsoft.com/office/officeart/2005/8/layout/default"/>
    <dgm:cxn modelId="{1B0DFC12-E760-4E39-8367-E8082F3726EB}" type="presParOf" srcId="{C8A4F31C-23A0-4324-BC65-C557647D2813}" destId="{10874D2A-F513-4662-B168-4D15D6C4A1AC}" srcOrd="12" destOrd="0" presId="urn:microsoft.com/office/officeart/2005/8/layout/default"/>
    <dgm:cxn modelId="{C8082365-1AE9-49EC-B69A-3687D59F44A5}" type="presParOf" srcId="{C8A4F31C-23A0-4324-BC65-C557647D2813}" destId="{041A1C5A-0227-4224-B936-4A1D8D8DAA7B}" srcOrd="13" destOrd="0" presId="urn:microsoft.com/office/officeart/2005/8/layout/default"/>
    <dgm:cxn modelId="{C60F3FEA-147A-4CD7-A9ED-98D8FD6EA5F0}" type="presParOf" srcId="{C8A4F31C-23A0-4324-BC65-C557647D2813}" destId="{6EEDECB4-51B8-40C7-A4EB-909596D9C27C}" srcOrd="14" destOrd="0" presId="urn:microsoft.com/office/officeart/2005/8/layout/default"/>
    <dgm:cxn modelId="{6C4FF80B-01F5-40CC-B78E-393A905E567D}" type="presParOf" srcId="{C8A4F31C-23A0-4324-BC65-C557647D2813}" destId="{4A101CA2-8C82-4179-BB31-306E82F8961A}" srcOrd="15" destOrd="0" presId="urn:microsoft.com/office/officeart/2005/8/layout/default"/>
    <dgm:cxn modelId="{7DAD4B20-7434-4C95-A77B-D6CD43321BF9}" type="presParOf" srcId="{C8A4F31C-23A0-4324-BC65-C557647D2813}" destId="{F9C97DEC-2EDA-43C4-880B-BEBC5C9199F1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4B876-C3CA-4C74-827F-3D4D3CFDBC09}">
      <dsp:nvSpPr>
        <dsp:cNvPr id="0" name=""/>
        <dsp:cNvSpPr/>
      </dsp:nvSpPr>
      <dsp:spPr>
        <a:xfrm>
          <a:off x="1306750" y="353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AÇÃO </a:t>
          </a:r>
        </a:p>
      </dsp:txBody>
      <dsp:txXfrm>
        <a:off x="1306750" y="353"/>
        <a:ext cx="2390030" cy="1434018"/>
      </dsp:txXfrm>
    </dsp:sp>
    <dsp:sp modelId="{D67866AB-6D04-4091-888C-0D46149229B3}">
      <dsp:nvSpPr>
        <dsp:cNvPr id="0" name=""/>
        <dsp:cNvSpPr/>
      </dsp:nvSpPr>
      <dsp:spPr>
        <a:xfrm>
          <a:off x="3935784" y="353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PROTOCOLO </a:t>
          </a:r>
        </a:p>
      </dsp:txBody>
      <dsp:txXfrm>
        <a:off x="3935784" y="353"/>
        <a:ext cx="2390030" cy="1434018"/>
      </dsp:txXfrm>
    </dsp:sp>
    <dsp:sp modelId="{158C2BF8-6596-4D59-B71F-528D3B5C6D53}">
      <dsp:nvSpPr>
        <dsp:cNvPr id="0" name=""/>
        <dsp:cNvSpPr/>
      </dsp:nvSpPr>
      <dsp:spPr>
        <a:xfrm>
          <a:off x="6564818" y="353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ORIGEM </a:t>
          </a:r>
          <a:endParaRPr lang="en-US" sz="20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4818" y="353"/>
        <a:ext cx="2390030" cy="1434018"/>
      </dsp:txXfrm>
    </dsp:sp>
    <dsp:sp modelId="{4C950BC4-F9D3-4CE4-A204-82B6616DA8C3}">
      <dsp:nvSpPr>
        <dsp:cNvPr id="0" name=""/>
        <dsp:cNvSpPr/>
      </dsp:nvSpPr>
      <dsp:spPr>
        <a:xfrm>
          <a:off x="2621267" y="1673375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→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2621267" y="1673375"/>
        <a:ext cx="2390030" cy="1434018"/>
      </dsp:txXfrm>
    </dsp:sp>
    <dsp:sp modelId="{B8BFED01-C840-4163-B52C-43F3DFE6F059}">
      <dsp:nvSpPr>
        <dsp:cNvPr id="0" name=""/>
        <dsp:cNvSpPr/>
      </dsp:nvSpPr>
      <dsp:spPr>
        <a:xfrm>
          <a:off x="5250301" y="1673375"/>
          <a:ext cx="2390030" cy="14340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DESTINO </a:t>
          </a:r>
        </a:p>
      </dsp:txBody>
      <dsp:txXfrm>
        <a:off x="5250301" y="1673375"/>
        <a:ext cx="2390030" cy="1434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4B876-C3CA-4C74-827F-3D4D3CFDBC09}">
      <dsp:nvSpPr>
        <dsp:cNvPr id="0" name=""/>
        <dsp:cNvSpPr/>
      </dsp:nvSpPr>
      <dsp:spPr>
        <a:xfrm>
          <a:off x="3507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msg:"</a:t>
          </a: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texto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7" y="319525"/>
        <a:ext cx="1898997" cy="1139398"/>
      </dsp:txXfrm>
    </dsp:sp>
    <dsp:sp modelId="{D67866AB-6D04-4091-888C-0D46149229B3}">
      <dsp:nvSpPr>
        <dsp:cNvPr id="0" name=""/>
        <dsp:cNvSpPr/>
      </dsp:nvSpPr>
      <dsp:spPr>
        <a:xfrm>
          <a:off x="2092404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content:"string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"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2404" y="319525"/>
        <a:ext cx="1898997" cy="1139398"/>
      </dsp:txXfrm>
    </dsp:sp>
    <dsp:sp modelId="{158C2BF8-6596-4D59-B71F-528D3B5C6D53}">
      <dsp:nvSpPr>
        <dsp:cNvPr id="0" name=""/>
        <dsp:cNvSpPr/>
      </dsp:nvSpPr>
      <dsp:spPr>
        <a:xfrm>
          <a:off x="4181301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nocase</a:t>
          </a:r>
          <a:endParaRPr lang="en-US" sz="20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81301" y="319525"/>
        <a:ext cx="1898997" cy="1139398"/>
      </dsp:txXfrm>
    </dsp:sp>
    <dsp:sp modelId="{4C950BC4-F9D3-4CE4-A204-82B6616DA8C3}">
      <dsp:nvSpPr>
        <dsp:cNvPr id="0" name=""/>
        <dsp:cNvSpPr/>
      </dsp:nvSpPr>
      <dsp:spPr>
        <a:xfrm>
          <a:off x="6270198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sid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:&lt;id&gt;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70198" y="319525"/>
        <a:ext cx="1898997" cy="1139398"/>
      </dsp:txXfrm>
    </dsp:sp>
    <dsp:sp modelId="{B8BFED01-C840-4163-B52C-43F3DFE6F059}">
      <dsp:nvSpPr>
        <dsp:cNvPr id="0" name=""/>
        <dsp:cNvSpPr/>
      </dsp:nvSpPr>
      <dsp:spPr>
        <a:xfrm>
          <a:off x="8359095" y="319525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rev:&lt;num&gt;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9095" y="319525"/>
        <a:ext cx="1898997" cy="1139398"/>
      </dsp:txXfrm>
    </dsp:sp>
    <dsp:sp modelId="{FC01CC14-E33F-4C20-BE37-F782EDD6811A}">
      <dsp:nvSpPr>
        <dsp:cNvPr id="0" name=""/>
        <dsp:cNvSpPr/>
      </dsp:nvSpPr>
      <dsp:spPr>
        <a:xfrm>
          <a:off x="1047955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classtype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:&lt;</a:t>
          </a: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tipo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47955" y="1648823"/>
        <a:ext cx="1898997" cy="1139398"/>
      </dsp:txXfrm>
    </dsp:sp>
    <dsp:sp modelId="{10874D2A-F513-4662-B168-4D15D6C4A1AC}">
      <dsp:nvSpPr>
        <dsp:cNvPr id="0" name=""/>
        <dsp:cNvSpPr/>
      </dsp:nvSpPr>
      <dsp:spPr>
        <a:xfrm>
          <a:off x="3136852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priority:&lt;n&gt;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36852" y="1648823"/>
        <a:ext cx="1898997" cy="1139398"/>
      </dsp:txXfrm>
    </dsp:sp>
    <dsp:sp modelId="{6EEDECB4-51B8-40C7-A4EB-909596D9C27C}">
      <dsp:nvSpPr>
        <dsp:cNvPr id="0" name=""/>
        <dsp:cNvSpPr/>
      </dsp:nvSpPr>
      <dsp:spPr>
        <a:xfrm>
          <a:off x="5225749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flow:&lt;</a:t>
          </a:r>
          <a:r>
            <a:rPr lang="en-US" sz="20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direção</a:t>
          </a: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&gt;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25749" y="1648823"/>
        <a:ext cx="1898997" cy="1139398"/>
      </dsp:txXfrm>
    </dsp:sp>
    <dsp:sp modelId="{F9C97DEC-2EDA-43C4-880B-BEBC5C9199F1}">
      <dsp:nvSpPr>
        <dsp:cNvPr id="0" name=""/>
        <dsp:cNvSpPr/>
      </dsp:nvSpPr>
      <dsp:spPr>
        <a:xfrm>
          <a:off x="7314646" y="1648823"/>
          <a:ext cx="1898997" cy="113939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threshold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14646" y="1648823"/>
        <a:ext cx="1898997" cy="1139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A5F39B-1D52-7080-2015-EF10DD2D40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5727AB-F769-6A32-3462-6F60EAADB8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F30E2-576E-46E2-89D2-C53AA99713B1}" type="datetimeFigureOut">
              <a:rPr lang="pt-PT" smtClean="0"/>
              <a:t>05/06/2025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B14C2C-4B97-EC08-B197-73F53CCE3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62CAE8-B3EC-8C9A-77C9-67D5B7FD31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60D73-74F5-410B-8749-4A2C3E310B4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6538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EB743-9F09-45CA-B5C7-03EE28859768}" type="datetimeFigureOut">
              <a:rPr lang="pt-PT" smtClean="0"/>
              <a:t>05/06/2025</a:t>
            </a:fld>
            <a:endParaRPr lang="pt-PT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3E98-9A5D-45F5-93FE-12A97506E8C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15575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Port Scanning: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3E98-9A5D-45F5-93FE-12A97506E8CA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665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5127625" cy="685799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85874"/>
            <a:ext cx="5508625" cy="3407337"/>
          </a:xfrm>
        </p:spPr>
        <p:txBody>
          <a:bodyPr anchor="b">
            <a:noAutofit/>
          </a:bodyPr>
          <a:lstStyle>
            <a:lvl1pPr>
              <a:defRPr sz="5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784326"/>
            <a:ext cx="5508625" cy="7878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8CDC8F-EBCC-371F-A83A-69244C209993}"/>
              </a:ext>
            </a:extLst>
          </p:cNvPr>
          <p:cNvSpPr/>
          <p:nvPr userDrawn="1"/>
        </p:nvSpPr>
        <p:spPr>
          <a:xfrm>
            <a:off x="587376" y="584200"/>
            <a:ext cx="11017249" cy="5397500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00" y="1141095"/>
            <a:ext cx="9575802" cy="2521511"/>
          </a:xfrm>
        </p:spPr>
        <p:txBody>
          <a:bodyPr anchor="b">
            <a:noAutofit/>
          </a:bodyPr>
          <a:lstStyle>
            <a:lvl1pPr algn="ctr">
              <a:defRPr sz="5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08100" y="3753721"/>
            <a:ext cx="9575802" cy="1064024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93689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984885"/>
            <a:ext cx="9480549" cy="2692961"/>
          </a:xfrm>
        </p:spPr>
        <p:txBody>
          <a:bodyPr anchor="b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3768961"/>
            <a:ext cx="9480549" cy="1064024"/>
          </a:xfrm>
        </p:spPr>
        <p:txBody>
          <a:bodyPr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A19E8BE-47C2-34D2-2AC5-50FA401FA6AE}"/>
              </a:ext>
            </a:extLst>
          </p:cNvPr>
          <p:cNvSpPr/>
          <p:nvPr userDrawn="1"/>
        </p:nvSpPr>
        <p:spPr>
          <a:xfrm>
            <a:off x="587376" y="3723404"/>
            <a:ext cx="948055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6613670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9875" cy="685799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76" y="1285874"/>
            <a:ext cx="7143750" cy="3407337"/>
          </a:xfrm>
        </p:spPr>
        <p:txBody>
          <a:bodyPr anchor="b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0876" y="4784326"/>
            <a:ext cx="7143750" cy="787800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2741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767840"/>
            <a:ext cx="9414936" cy="186195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533" y="3720913"/>
            <a:ext cx="941493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81D6F-925D-11AF-2C98-147D20F7345F}"/>
              </a:ext>
            </a:extLst>
          </p:cNvPr>
          <p:cNvSpPr/>
          <p:nvPr userDrawn="1"/>
        </p:nvSpPr>
        <p:spPr>
          <a:xfrm>
            <a:off x="1308099" y="1706880"/>
            <a:ext cx="9575804" cy="1980168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8057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A702D9-F0D6-6E51-C7A3-A37F4F89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625" y="219869"/>
            <a:ext cx="373155" cy="364331"/>
          </a:xfrm>
          <a:prstGeom prst="rect">
            <a:avLst/>
          </a:prstGeom>
        </p:spPr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B50CE-7411-9DF7-D5E1-A3E206F8C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767840"/>
            <a:ext cx="9414936" cy="186195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F0E4240-FCE5-B1CB-F0A1-3CC878A24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533" y="3720913"/>
            <a:ext cx="941493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02958EE0-5C2B-9354-6BC1-3F5715D3E501}"/>
              </a:ext>
            </a:extLst>
          </p:cNvPr>
          <p:cNvSpPr/>
          <p:nvPr userDrawn="1"/>
        </p:nvSpPr>
        <p:spPr>
          <a:xfrm>
            <a:off x="5118100" y="3675356"/>
            <a:ext cx="1955801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089630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78667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4" y="2885149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7374" y="398362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4" y="5082100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F96B559-DDD5-C3D7-D7AB-8B85EFFCDC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00745" y="178667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2EE36C8-A9D5-2C5F-145D-1283212BAA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00745" y="2885149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DEA311-A086-03BF-9C5A-FAC97198BA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00745" y="3983624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222D379-4CBA-1530-BD95-FC018532A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100745" y="5082100"/>
            <a:ext cx="4498973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659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1786674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AC4168D-DBA3-1038-A267-B5C399101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1" y="2885149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87B46C0-64ED-A546-4708-0A59FB101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1" y="3983624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AAB606B-9644-6972-2910-97E020CD9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1" y="5082100"/>
            <a:ext cx="5503718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93797374-5F30-18F8-BC16-299A9010910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1786674"/>
            <a:ext cx="5086350" cy="392189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0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75247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1786674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E227C2C-7038-3050-0594-64731D0B0B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86486" y="586129"/>
            <a:ext cx="3113232" cy="52231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3" y="2635696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7373" y="3484718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3" y="4333740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7373" y="5182764"/>
            <a:ext cx="7524751" cy="6264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82175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19445" y="2562554"/>
            <a:ext cx="5053504" cy="1439865"/>
          </a:xfrm>
        </p:spPr>
        <p:txBody>
          <a:bodyPr wrap="square" anchor="ctr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6100" y="750598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086100" y="1789797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86100" y="2828996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86100" y="3868195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91009" y="4907394"/>
            <a:ext cx="8513616" cy="90184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71956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201"/>
            <a:ext cx="11020425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CEDCBA5-E29C-F317-A1C0-30907E019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2F900E-E7FA-C19B-AA97-572C491C48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53531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6A171AC-A4A3-581C-9426-2414E9F271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22862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05426E3-26ED-7EB8-86CA-70F1CEFF0F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92193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B14CD0C-88D2-2217-BD10-BEC6B32673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61524" y="2185526"/>
            <a:ext cx="1946276" cy="31241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15AAC49-04E5-14A7-C4AC-CBFA1501A728}"/>
              </a:ext>
            </a:extLst>
          </p:cNvPr>
          <p:cNvSpPr/>
          <p:nvPr userDrawn="1"/>
        </p:nvSpPr>
        <p:spPr>
          <a:xfrm>
            <a:off x="595457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412D1F20-BF14-465E-15C6-366E2E87A127}"/>
              </a:ext>
            </a:extLst>
          </p:cNvPr>
          <p:cNvSpPr/>
          <p:nvPr userDrawn="1"/>
        </p:nvSpPr>
        <p:spPr>
          <a:xfrm>
            <a:off x="2862636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7C601C26-558A-0485-68FA-0B3A44C0012B}"/>
              </a:ext>
            </a:extLst>
          </p:cNvPr>
          <p:cNvSpPr/>
          <p:nvPr userDrawn="1"/>
        </p:nvSpPr>
        <p:spPr>
          <a:xfrm>
            <a:off x="5129815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71F2589F-8E0A-4564-4196-AB40887F481B}"/>
              </a:ext>
            </a:extLst>
          </p:cNvPr>
          <p:cNvSpPr/>
          <p:nvPr userDrawn="1"/>
        </p:nvSpPr>
        <p:spPr>
          <a:xfrm>
            <a:off x="7396994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041CC5FF-73DF-7404-2795-EBC523E73FB8}"/>
              </a:ext>
            </a:extLst>
          </p:cNvPr>
          <p:cNvSpPr/>
          <p:nvPr userDrawn="1"/>
        </p:nvSpPr>
        <p:spPr>
          <a:xfrm>
            <a:off x="9664172" y="2122515"/>
            <a:ext cx="1947600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97013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606040"/>
            <a:ext cx="4479925" cy="1645920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7B038DB-153E-EEB9-4032-900DD60BB2D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84203" y="1619834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81D5D28-3559-47CD-6745-A0FD325A50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203" y="1193483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F91C74D-71D2-5CA7-00FB-303FFB8E199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84203" y="2822121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38AC1FC-26E5-358F-9100-9A46675DEF7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203" y="2395770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FD2225E-A040-537E-36EA-C4957269F98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4203" y="4024408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26BF17D-F6A8-E12C-D100-56C59027A95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84203" y="3598057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4495EFA-923F-DE8B-D07B-0CBD0EC8560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84203" y="5226695"/>
            <a:ext cx="5218313" cy="4237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368480-EF27-8B04-A0A1-6A07E81A8FA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84203" y="4800344"/>
            <a:ext cx="5218313" cy="42371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228084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606040"/>
            <a:ext cx="4479925" cy="1645920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F5207-3A5D-41DF-E001-899C5F9FBCD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B746-5A89-B7D9-956C-F0400442F30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2F571-EE30-0274-9D91-1880425A90B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FB2A89-AC5C-16AF-5F55-FA3C97E4CD7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CE9B7D8-D58F-9523-0E67-4514CB183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2679" y="1376535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EF375A-DB4B-0D72-D9D2-3EB6808A48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72679" y="257174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297AFCA-8E69-DE98-463D-2FA9BCF0AC0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72679" y="3538996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1A065D-CD5C-5187-2E10-3893966873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72679" y="4730643"/>
            <a:ext cx="5031946" cy="74725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44443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7" y="2194562"/>
            <a:ext cx="8137526" cy="157747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237" y="3863155"/>
            <a:ext cx="813752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7683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7" y="2194562"/>
            <a:ext cx="8137526" cy="1577478"/>
          </a:xfrm>
        </p:spPr>
        <p:txBody>
          <a:bodyPr anchor="b">
            <a:noAutofit/>
          </a:bodyPr>
          <a:lstStyle>
            <a:lvl1pPr algn="ctr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237" y="3863155"/>
            <a:ext cx="8137526" cy="78780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051DE302-F517-F6F2-8DBB-05C1E95FF9BA}"/>
              </a:ext>
            </a:extLst>
          </p:cNvPr>
          <p:cNvSpPr/>
          <p:nvPr userDrawn="1"/>
        </p:nvSpPr>
        <p:spPr>
          <a:xfrm>
            <a:off x="2027236" y="4883495"/>
            <a:ext cx="813752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A2C1D93-9263-296C-980B-2033F4987A2E}"/>
              </a:ext>
            </a:extLst>
          </p:cNvPr>
          <p:cNvSpPr/>
          <p:nvPr userDrawn="1"/>
        </p:nvSpPr>
        <p:spPr>
          <a:xfrm>
            <a:off x="2027236" y="1980275"/>
            <a:ext cx="8137527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5519384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BEFECB-CF03-7F1C-AB91-43ED0E5E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2194562"/>
            <a:ext cx="5508625" cy="1577478"/>
          </a:xfrm>
        </p:spPr>
        <p:txBody>
          <a:bodyPr anchor="b">
            <a:noAutofit/>
          </a:bodyPr>
          <a:lstStyle>
            <a:lvl1pPr algn="l"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7C8C00-90C8-D879-657C-39E414130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3863155"/>
            <a:ext cx="5508625" cy="787800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5999C54-5396-0470-E6BA-A1B2E368076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05650" y="1468051"/>
            <a:ext cx="5086350" cy="392189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879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5" y="1767625"/>
            <a:ext cx="3960000" cy="39600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462" y="2182220"/>
            <a:ext cx="6900256" cy="34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9462" y="1767625"/>
            <a:ext cx="6900256" cy="41195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D0DCCA-8BA3-0294-2EB8-ED93CC6BDC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9462" y="2535403"/>
            <a:ext cx="6900256" cy="31922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0109775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8013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8013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8013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43080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43080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43080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AC62088D-AB1C-F284-31D4-628F14660C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438147" y="1964489"/>
            <a:ext cx="2705840" cy="270584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B50EC9-2639-BE23-DD5C-706D7BB86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38147" y="5190760"/>
            <a:ext cx="2705840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2DCBBDE-9854-746D-9EE1-487B2A3A3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8147" y="4776165"/>
            <a:ext cx="2705840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48588235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03159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159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3159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79AD52B5-D46B-A529-383E-98EF6FB0212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767604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AE2E895-BBF3-ACA0-71AD-F864915376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7604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4C77EF-B687-3473-FEA3-0190F090F6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7604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8F9E0BB-5F9E-7044-A6F3-EF6A384842C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332049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2104E5-E650-68C8-E76C-B3CB2FAAA7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2049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14544DB6-2A4D-8708-142A-F056F3814A1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2049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3C46EA8C-DB0B-F929-0F78-F236887423F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896494" y="2167762"/>
            <a:ext cx="2069432" cy="206943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5386C69-5210-6ABA-1737-EBB032A968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96494" y="4757625"/>
            <a:ext cx="2069432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95DED95-1DFA-5011-E856-487E0BF3D0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96494" y="4343030"/>
            <a:ext cx="2069432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1487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D2A23B5-C0B6-3AAC-B354-EC615F3EB5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4" y="1742979"/>
            <a:ext cx="3146425" cy="314642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B5E718-DB32-6674-D4BE-0273016457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5421003"/>
            <a:ext cx="3146424" cy="340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8537F55-5FAD-74EA-FB5C-AD65BDBD2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5006408"/>
            <a:ext cx="3146424" cy="41195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80399A8-15CE-2DFF-5058-EFBACF8E19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66992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D373013-0B26-6B5B-FBAF-316FE45516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52530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923D3A7-6717-BFDA-8B77-AFD57270C0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2530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17495C65-A9C2-6760-2EB8-69403C67F2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18851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DF48EA3-FB19-95D5-B88B-76DBBD6032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04389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D27D937-0E3B-2890-AFF1-25E319097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04389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7202B847-E0E1-159C-2E66-8AAB18E532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970710" y="1742980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D9BDBC7-69ED-25DC-FA05-C0DC44C066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56248" y="343163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8F57406-E682-8E44-344A-43D480008D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56248" y="3157586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Picture Placeholder 11">
            <a:extLst>
              <a:ext uri="{FF2B5EF4-FFF2-40B4-BE49-F238E27FC236}">
                <a16:creationId xmlns:a16="http://schemas.microsoft.com/office/drawing/2014/main" id="{7EA507F2-8F21-5B8D-A430-E3CCA8808B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466992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DFEEA7A4-D686-069A-7619-036033546E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52530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6D0E6F41-E353-0280-9245-862650AA97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52530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8361E199-4608-07FF-5390-537E1B4A32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18851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F4E645ED-7EAC-EFE4-7C86-0C22E5F0F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4389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7C9D7F74-4B1D-C06D-8CE4-C1D04189452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4389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4C112AC-01D2-5A50-3BE6-431FA98B10A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970710" y="3797781"/>
            <a:ext cx="1314546" cy="1314546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CF107-8F86-DA07-E1F1-90E54AC2B5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56248" y="5486438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CA77B277-9F84-AA4E-61B2-C9953C47B90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56248" y="5212387"/>
            <a:ext cx="1943470" cy="2714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8879102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E3854D-6A50-C211-16CD-27AD19F6FF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375" y="1607519"/>
            <a:ext cx="11017250" cy="4133264"/>
          </a:xfrm>
        </p:spPr>
        <p:txBody>
          <a:bodyPr/>
          <a:lstStyle>
            <a:lvl1pPr>
              <a:buClr>
                <a:schemeClr val="tx1"/>
              </a:buClr>
              <a:defRPr sz="1800"/>
            </a:lvl1pPr>
            <a:lvl2pPr>
              <a:buClr>
                <a:schemeClr val="tx1"/>
              </a:buClr>
              <a:defRPr sz="1400"/>
            </a:lvl2pPr>
            <a:lvl3pPr>
              <a:buClr>
                <a:schemeClr val="tx1"/>
              </a:buClr>
              <a:defRPr sz="1200"/>
            </a:lvl3pPr>
            <a:lvl4pPr>
              <a:buClr>
                <a:schemeClr val="tx1"/>
              </a:buClr>
              <a:defRPr sz="1100"/>
            </a:lvl4pPr>
            <a:lvl5pPr>
              <a:buClr>
                <a:schemeClr val="tx1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22463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2620963"/>
            <a:ext cx="4679950" cy="1616074"/>
          </a:xfrm>
        </p:spPr>
        <p:txBody>
          <a:bodyPr wrap="square" anchor="ctr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FDD0AB9-57DA-26EE-6569-8EC25F064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1" y="2093684"/>
            <a:ext cx="5503718" cy="32759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A3DD38-5D79-7EB9-84A7-32AE005050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1488375"/>
            <a:ext cx="550371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18211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1048756"/>
            <a:ext cx="5075093" cy="225212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4162426"/>
            <a:ext cx="5075093" cy="16468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3557116"/>
            <a:ext cx="50750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3546" y="1048759"/>
            <a:ext cx="5503719" cy="476048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E111DB-A4F6-727D-9A45-519DB447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D91454C-2D8A-6AD6-FE36-673AA157BE7E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853BD-2C47-5262-7D17-F184BC6D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3429000"/>
            <a:ext cx="5180907" cy="225212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4BF9382-7FB9-E1CE-FF1D-7EF9A988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034310"/>
            <a:ext cx="5501265" cy="16468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5E5ED50-C23B-550A-A44E-B22012AFB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50126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F447F3BF-FB5F-7BF4-0721-176FD94F62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4922" y="877223"/>
            <a:ext cx="11012343" cy="214098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849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86486" y="586129"/>
            <a:ext cx="3113232" cy="522311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527AC1-99E4-87C5-6AB2-BD537C5E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584200"/>
            <a:ext cx="7524750" cy="1901825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F89CF16-742B-9AD3-4951-442BF353FEEA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7D30BC7-CE65-CC64-D5B9-56620BE2E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487593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1D033DD-6852-B385-EDA8-28728327AC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3691"/>
            <a:ext cx="34875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BDB5675-1DBE-D17A-4FE3-C2CA2458D0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4532" y="3429000"/>
            <a:ext cx="3487593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A07C8966-04AE-FDD6-79AC-66D7B8C637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4532" y="2823691"/>
            <a:ext cx="348759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186260F-531D-92B8-CE76-F5E12B1A2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1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3DF2F9-A4F1-2B9F-C8F3-B759E7ED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1485901"/>
            <a:ext cx="5508624" cy="3886198"/>
          </a:xfrm>
        </p:spPr>
        <p:txBody>
          <a:bodyPr wrap="square" anchor="ctr">
            <a:norm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01601AA-D8AE-4BD6-36A2-A20A1AD37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41D97-0B66-6521-13A9-02960E203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203" y="2091211"/>
            <a:ext cx="5218313" cy="12006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F5550A-9C41-9F87-9AE0-A1876ABFB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203" y="1485901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3A9DCB9-42A9-E7BF-9C94-4D37BE89E6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4203" y="4171471"/>
            <a:ext cx="5218313" cy="120063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17D2F7D-1D50-2F04-6A4D-56E6206726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03" y="3566161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0AE32FE4-0AB2-5893-8C16-25FAF24256A9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4200" y="3429000"/>
            <a:ext cx="5511800" cy="22521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D6DEB02-D09E-230B-231B-1D0048DD1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D157B0-4969-ADC8-40E4-929945CB2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203" y="1577362"/>
            <a:ext cx="5218313" cy="16468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E728C4-FE95-3A47-6E1C-B8E8B5B40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4203" y="972052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6FC5DA4-62A0-88FF-BF5D-9EA63242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972048"/>
            <a:ext cx="5508625" cy="2252123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34A76BF-7489-7BC1-4760-2B92A24DE3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4203" y="4034310"/>
            <a:ext cx="5218313" cy="16468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604F45B-3785-242D-920C-8E91ADB14F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4203" y="3429000"/>
            <a:ext cx="5218313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2A5B4396-2277-277B-B196-5F18A5AF43D4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6" y="584200"/>
            <a:ext cx="7524750" cy="1901825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3846A5A-8F37-B136-A0F1-6BD3AD064F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368FC9E-CAA6-CEA5-3C08-5FF7E8DC60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AAA5796-F6FB-A6CA-511A-1EEBFE3369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16190" y="3429000"/>
            <a:ext cx="3283527" cy="238024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110970-5FFF-B6C8-AFF0-CD5B6482EF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0" y="2823691"/>
            <a:ext cx="3283527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1" cy="1141472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8246" y="2211554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8246" y="1844586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D48B3A2-87CA-D940-DA4C-B9BC3A54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8246" y="3595572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508460C-E2DF-0597-7FA3-BD646563B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8246" y="3228604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11F1C81-624D-494F-19CB-D11EAB6E65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8246" y="4979591"/>
            <a:ext cx="7156379" cy="8822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A329C29-2A56-24DC-D206-CD3C51BC52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8246" y="4612623"/>
            <a:ext cx="7156379" cy="364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CB8E3C6-5F85-DE7D-F543-5AF40FCC6F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374" y="1844586"/>
            <a:ext cx="3492501" cy="40172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71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1012343" cy="1231053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275530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14999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5B4E7CA-7C0D-2BE1-900B-1C0AAE8E9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282" y="462763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CB755E1-6469-E746-0C7D-4040975AF0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282" y="402232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F00055C-4FB4-156A-AF90-9C37A8D31C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8480" y="275530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E6F24C38-45DE-B346-8C83-8374C06A25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88480" y="214999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51E3AC4-A8F9-CB05-1D9F-FF0DFB9BE8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88480" y="4627635"/>
            <a:ext cx="4711238" cy="926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9DD7A8DC-3669-5217-42DD-DCC2E54E0E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88480" y="4022324"/>
            <a:ext cx="4711238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2531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1852945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1" y="1504950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4CC8AE1-E3C5-4C60-9B18-3492B1084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721A43-3435-77D0-8B4B-3D4EBC0A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1" cy="768347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A1AF92F-4589-AA32-B2C1-AE52DF317F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281" y="2991079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2219A9A-C6ED-13A6-A853-EEED783D81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281" y="2643084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988F608-3F86-988F-C4CD-7FFD9486F1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2281" y="4129213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211F701-C32D-4699-CD3A-A7AE37A22C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2281" y="3781218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86D0414-27A3-D725-864E-019081C0A0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2281" y="5267347"/>
            <a:ext cx="7519844" cy="5854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70108FE-3FBD-5CF6-3A83-2ED2AA5307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2281" y="4919352"/>
            <a:ext cx="7519844" cy="34535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A8D27BA7-1C62-86C8-7333-D5A469BD02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39125" y="1504949"/>
            <a:ext cx="3365501" cy="43478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0730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988FCE7-9EEA-20F9-FBD0-9FBD8476DD5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7375" y="2568072"/>
            <a:ext cx="11012488" cy="328980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marL="0" lvl="0" indent="0">
              <a:buNone/>
            </a:pPr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7BE0BDB-DAD5-EE16-7948-5AC3A14201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1623826"/>
            <a:ext cx="11012343" cy="83489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97869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530535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2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403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55403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9273382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73382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34448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3431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23431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38AEAC67-8C7E-3DFC-9352-943F1621542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4200" y="1686005"/>
            <a:ext cx="3495675" cy="41232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59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337326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326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98392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3E1A22-15E6-99B0-0EA7-06EE8A7893A3}"/>
              </a:ext>
            </a:extLst>
          </p:cNvPr>
          <p:cNvSpPr/>
          <p:nvPr userDrawn="1"/>
        </p:nvSpPr>
        <p:spPr>
          <a:xfrm>
            <a:off x="530535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9D06AB7-04E5-F10D-C6B2-F7500B7940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685B14C-E40C-F7E2-A95A-62159344B5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2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6B3DB33-A6B3-A4C5-F0E6-DC55F19D70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403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694B27-8DC7-C525-588E-4C16A56146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55403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1521D1-FFE0-846B-905D-ED44508458C3}"/>
              </a:ext>
            </a:extLst>
          </p:cNvPr>
          <p:cNvSpPr/>
          <p:nvPr userDrawn="1"/>
        </p:nvSpPr>
        <p:spPr>
          <a:xfrm>
            <a:off x="9273382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28DE5FF-7013-50C3-69CB-1D219D8FD7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73382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17E3F93-5287-1C6E-FE4B-77D084A6F42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34448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3CD59CD-553C-A0E8-A2B0-ACF10EE8B74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3431" y="4162426"/>
            <a:ext cx="3081194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3CC586C-1DE6-C4A2-E2B1-396F978D6A1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23431" y="3557116"/>
            <a:ext cx="308119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874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EE2173-7CDA-D701-7A87-6EDF98DA0CFF}"/>
              </a:ext>
            </a:extLst>
          </p:cNvPr>
          <p:cNvSpPr/>
          <p:nvPr userDrawn="1"/>
        </p:nvSpPr>
        <p:spPr>
          <a:xfrm>
            <a:off x="1007991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2CD237-3717-AD86-1213-EFB7F229E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7991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6DBD21C-3AA1-5D99-9B09-44D96B28CE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9057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5A0D9D-9999-05ED-97DF-82D46D5E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83E987C-2F68-C340-20FB-50AA6EA04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CDCC9-7B42-8325-50C8-C0E041345542}"/>
              </a:ext>
            </a:extLst>
          </p:cNvPr>
          <p:cNvSpPr/>
          <p:nvPr userDrawn="1"/>
        </p:nvSpPr>
        <p:spPr>
          <a:xfrm>
            <a:off x="3871264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D49278C-6358-D02B-579B-5E7ED5B0AC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71264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5983F0-D678-0E01-442D-492EF6F235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2330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8787902-1083-C53F-BCD7-8B067EA766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50648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2B67B5C-8D9F-B622-63B4-60876437354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50648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C15369-F481-7024-9705-6FDF72479195}"/>
              </a:ext>
            </a:extLst>
          </p:cNvPr>
          <p:cNvSpPr/>
          <p:nvPr userDrawn="1"/>
        </p:nvSpPr>
        <p:spPr>
          <a:xfrm>
            <a:off x="6734537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052C13B-0098-ADF1-F80D-CF9D4B1EC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34537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776CC3C-8C36-3769-68EC-C44EE52742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95603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1DB1F3F-F745-B461-21A4-BB077EB093B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13921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C3A481-8899-5C9C-853B-30897D0F2C5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3921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6946BB-6D5D-EF97-41CD-F22280712B5B}"/>
              </a:ext>
            </a:extLst>
          </p:cNvPr>
          <p:cNvSpPr/>
          <p:nvPr userDrawn="1"/>
        </p:nvSpPr>
        <p:spPr>
          <a:xfrm>
            <a:off x="9597809" y="1789592"/>
            <a:ext cx="1581292" cy="1581292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5F97318-61FA-2F18-0382-A8856C63141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97809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E2247D-8013-D621-32F1-426DBE0E7C4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58875" y="220989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47B4FD26-8CA2-1326-9664-99F43F02674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177193" y="4162426"/>
            <a:ext cx="2422525" cy="164681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6827281-080C-3075-FCE7-5CDA9CD718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177193" y="3557116"/>
            <a:ext cx="242252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3887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7375" y="1630363"/>
            <a:ext cx="4921885" cy="4229415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7833" y="2235674"/>
            <a:ext cx="4921885" cy="36241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7833" y="1630363"/>
            <a:ext cx="492188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5279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1DBEE-BA8F-4618-BF57-BEEB9504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6DF2F05-FD6A-291F-179A-BE2A76DF883B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E9220F-E5C9-CFB9-AA17-FDE8B4D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6" name="Chart Placeholder 25">
            <a:extLst>
              <a:ext uri="{FF2B5EF4-FFF2-40B4-BE49-F238E27FC236}">
                <a16:creationId xmlns:a16="http://schemas.microsoft.com/office/drawing/2014/main" id="{F4B24E60-B27C-5A25-E32D-B6C03828000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682740" y="1630363"/>
            <a:ext cx="4921885" cy="4229415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7C87ED8-4CE5-C5FF-FD26-3C8956413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2235674"/>
            <a:ext cx="4921885" cy="36241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C019D02-6671-C71E-BC8C-FE5992C863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1630363"/>
            <a:ext cx="4921885" cy="60267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8508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29872" y="3588768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4871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670648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065339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3191625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8532" y="3985911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1102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9688" y="4670648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49688" y="4065339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9688" y="3191625"/>
            <a:ext cx="2948940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8532" y="2331587"/>
            <a:ext cx="2948940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8532" y="1726278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851761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4244" y="3588768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4670648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065339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3191625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35754" y="3985911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63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4133" y="4670648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4133" y="4065339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4133" y="3191625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71100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2512" y="3985911"/>
            <a:ext cx="2163445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5754" y="2331587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35754" y="1726278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32512" y="2331587"/>
            <a:ext cx="2163445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32512" y="1726278"/>
            <a:ext cx="2163445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4172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500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6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6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3677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756045" y="2331707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56045" y="172639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6045" y="3986163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2346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24714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24714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24714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0101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93383" y="2331707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093383" y="172639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93383" y="3986163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9685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262053" y="4670648"/>
            <a:ext cx="204152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62053" y="406533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62053" y="3191625"/>
            <a:ext cx="204152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82523364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C5305DD-784C-DCC5-7399-2D36AF29D154}"/>
              </a:ext>
            </a:extLst>
          </p:cNvPr>
          <p:cNvSpPr/>
          <p:nvPr userDrawn="1"/>
        </p:nvSpPr>
        <p:spPr>
          <a:xfrm>
            <a:off x="587375" y="3747625"/>
            <a:ext cx="1101234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miter/>
            <a:tailEnd type="stealth" w="lg" len="lg"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1212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2124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39649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39649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9649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3035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0560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560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560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3947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01472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1472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1472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48588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3836" y="467064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3836" y="406533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23836" y="3191625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357703" y="3581400"/>
            <a:ext cx="226260" cy="317714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632951" y="2327828"/>
            <a:ext cx="1675764" cy="11815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632951" y="172251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32951" y="3993532"/>
            <a:ext cx="1675764" cy="3177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014142503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019087" y="4304708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711275" y="2993877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670" y="2826687"/>
            <a:ext cx="2948940" cy="602674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670" y="2221377"/>
            <a:ext cx="2948940" cy="602673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9910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4195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39847" y="2993877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19392" y="2829324"/>
            <a:ext cx="2948940" cy="6026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9392" y="2224014"/>
            <a:ext cx="2948940" cy="602673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8480" y="3590191"/>
            <a:ext cx="1256558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1530" y="5273322"/>
            <a:ext cx="2948940" cy="60267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1530" y="4668012"/>
            <a:ext cx="294894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F12ED1-E6FC-CAF3-E8D7-8CF90E70C735}"/>
              </a:ext>
            </a:extLst>
          </p:cNvPr>
          <p:cNvGrpSpPr/>
          <p:nvPr userDrawn="1"/>
        </p:nvGrpSpPr>
        <p:grpSpPr>
          <a:xfrm>
            <a:off x="4134283" y="3095142"/>
            <a:ext cx="3923434" cy="1307812"/>
            <a:chOff x="4134283" y="2771991"/>
            <a:chExt cx="3923434" cy="1307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1EBDFF-DD4D-EE51-BC1E-DB7938DB35C8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E4DE4B97-084F-BE79-F0B6-7986EE407BE3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Arc 48">
                <a:extLst>
                  <a:ext uri="{FF2B5EF4-FFF2-40B4-BE49-F238E27FC236}">
                    <a16:creationId xmlns:a16="http://schemas.microsoft.com/office/drawing/2014/main" id="{82558350-B1E5-0448-610A-44649C37BD64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49">
                <a:extLst>
                  <a:ext uri="{FF2B5EF4-FFF2-40B4-BE49-F238E27FC236}">
                    <a16:creationId xmlns:a16="http://schemas.microsoft.com/office/drawing/2014/main" id="{0511D30C-DE5F-52F9-32FB-09C7CF5ECDA2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0925D0-ADDD-119C-A9E9-28F20877EE32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A63830B9-DCC1-24B1-A2DA-780A683EB23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57CC20A1-E377-FFDC-5F6F-17DEBD13B64F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7AB0D640-8DB6-4E60-26BF-9C8D0C2D7B86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824089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ACDD1A6-536E-0CCF-EF98-51B51BF6A58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70553" y="4294849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2343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062742" y="2988301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77" y="3525597"/>
            <a:ext cx="2710339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3777" y="2920287"/>
            <a:ext cx="2710339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11658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7B9150-95B2-43DD-FC9D-3EA2304B84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9401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AA0503F-912F-E893-7DC8-F27630BC0AFA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6678364" y="2988301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7AE3F38-484E-8027-C32D-B240FBB25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73606" y="2157630"/>
            <a:ext cx="2638520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18F744-A07C-F8EF-CC0A-E4AD045A2D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3606" y="1552320"/>
            <a:ext cx="263852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190B8ED-0179-5E35-1308-5D8108D82A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7144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8189EAD-5F4B-AA86-4234-6FD2DDF2169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7986175" y="4294849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30F749BF-F427-2D59-B086-55A99286C6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34887" y="3613525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5F7162-0C65-68F6-5B4A-B7B95913E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87624" y="5178432"/>
            <a:ext cx="2638520" cy="78657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9E05BA1-6724-0402-3843-571B91A91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87624" y="4573122"/>
            <a:ext cx="2638520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0313C93-29A6-3A40-311C-072490AE27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4286" y="3508274"/>
            <a:ext cx="2710339" cy="78657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21B90FF-CCB6-7695-8F17-60F1539B24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94286" y="2902964"/>
            <a:ext cx="2710339" cy="602673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701071-7F47-1346-31A5-21084507599F}"/>
              </a:ext>
            </a:extLst>
          </p:cNvPr>
          <p:cNvGrpSpPr/>
          <p:nvPr userDrawn="1"/>
        </p:nvGrpSpPr>
        <p:grpSpPr>
          <a:xfrm>
            <a:off x="3485750" y="3093719"/>
            <a:ext cx="5231244" cy="1307812"/>
            <a:chOff x="4134283" y="3357980"/>
            <a:chExt cx="5231244" cy="13078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69EF49-5B06-2455-F4D8-CBEDF0DAEA56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34" name="Arc 47">
                <a:extLst>
                  <a:ext uri="{FF2B5EF4-FFF2-40B4-BE49-F238E27FC236}">
                    <a16:creationId xmlns:a16="http://schemas.microsoft.com/office/drawing/2014/main" id="{55DF066B-1DF3-81AC-D644-7F0B5B75E85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c 48">
                <a:extLst>
                  <a:ext uri="{FF2B5EF4-FFF2-40B4-BE49-F238E27FC236}">
                    <a16:creationId xmlns:a16="http://schemas.microsoft.com/office/drawing/2014/main" id="{3ACDB1F2-4FA7-F63C-C7BD-518AA30C3ED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E3BC9B-591C-D173-B632-44A7B557115D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32" name="Arc 47">
                <a:extLst>
                  <a:ext uri="{FF2B5EF4-FFF2-40B4-BE49-F238E27FC236}">
                    <a16:creationId xmlns:a16="http://schemas.microsoft.com/office/drawing/2014/main" id="{67DD7A6F-1877-A86D-07AB-13C92DB56525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Arc 48">
                <a:extLst>
                  <a:ext uri="{FF2B5EF4-FFF2-40B4-BE49-F238E27FC236}">
                    <a16:creationId xmlns:a16="http://schemas.microsoft.com/office/drawing/2014/main" id="{0AE27A02-1D80-801C-6DB2-F51D717C89D3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822CBFB-FBA0-17F3-4208-2DFB53CFC537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B9EAC7BB-8C9A-63E0-7E30-66C12F476ECA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6AF063EA-FBB7-CCBD-74B8-52C7787804A0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F88A0C-5307-566B-8F00-314333B97421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8C71A760-F23A-9F4B-9433-BA0B3B7066F4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6DB8903B-5B37-CB4D-F896-9BF9EAC3CCB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807792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91785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9609" y="2179238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39609" y="1573929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40498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666E3DC-EEDD-CA04-3684-EDA81D3EA963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705436" y="4293530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B7D5CB4-A9B8-F0FA-942E-776B9DC0F16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57423" y="5147542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44CDE9-8EDF-B1D7-A38A-CC58B764A9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57423" y="4542233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083408F-6C45-7053-ADEF-9A3DBFCF79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54149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EBB989C-7590-10DE-3387-664855A4676E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6019087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2CD8AAD-CD39-4791-753A-8193646200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75237" y="2182937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596FCBE-5E31-B8DB-13FD-BF0DDAB1C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75237" y="1577628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305B702-BB02-307E-00B7-98D9589921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67800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BF95EB8-6106-AF3C-78D8-A066647E019C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7332738" y="4293530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D3A683B-E42E-FA35-E7FB-E74E9769CC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93051" y="5130283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D109356-9C98-8245-D27A-8A5624904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3051" y="4524974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96809B5-A0D9-D023-DB2E-8E4549DC2C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81451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1E62BD1-B08E-C073-462D-5FBCA2405379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8646390" y="2990444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811FDA7-E577-43F2-D6FC-983A4B94C80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10867" y="2181874"/>
            <a:ext cx="204152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A973B8F-AE50-34E5-5B15-81A9592DF2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710867" y="1576565"/>
            <a:ext cx="204152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ED523784-D992-9AF7-DA1B-2E65987A1D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95103" y="3588767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A760F7-0747-67F3-5F50-AE6497458188}"/>
              </a:ext>
            </a:extLst>
          </p:cNvPr>
          <p:cNvGrpSpPr/>
          <p:nvPr userDrawn="1"/>
        </p:nvGrpSpPr>
        <p:grpSpPr>
          <a:xfrm>
            <a:off x="2826473" y="3093718"/>
            <a:ext cx="6539055" cy="1307812"/>
            <a:chOff x="3480378" y="3357980"/>
            <a:chExt cx="6539055" cy="1307812"/>
          </a:xfrm>
        </p:grpSpPr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050E31AC-DC15-76A7-0044-89F73DD55431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BAB3493B-0633-F805-EAE2-F104DC71D026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D904B10-FEA0-430E-1D9F-3AFF714CA14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7">
              <a:extLst>
                <a:ext uri="{FF2B5EF4-FFF2-40B4-BE49-F238E27FC236}">
                  <a16:creationId xmlns:a16="http://schemas.microsoft.com/office/drawing/2014/main" id="{7321788F-60E5-E432-F88B-8FA1F88E81FE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Arc 48">
              <a:extLst>
                <a:ext uri="{FF2B5EF4-FFF2-40B4-BE49-F238E27FC236}">
                  <a16:creationId xmlns:a16="http://schemas.microsoft.com/office/drawing/2014/main" id="{DB3FF764-2681-4862-6B4A-6AB165D9730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9F48BF63-6577-A129-5E9D-C964E089C301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DC817092-36E1-9F2E-7A9F-C1C1BA0EDDE2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BEDDCCC-D2F6-CB96-E105-E76320D1A6BA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CCA5710-2188-192B-BA07-258251BE295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7038E81-AFCA-297C-B59C-35E69E539FB7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93504303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D45A-2EAF-4A31-8BAE-AD989F7D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50" cy="930274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0291D71-218F-D9A9-2622-7DB85D8925E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788208" y="3000578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C7187E5-9CB0-DE77-CB11-15E8C3DB5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2149718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232E8A5-6B09-7349-2403-BC94FA614B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154440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8615F10-68C5-1996-CA95-B27855937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6920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53323434-68DF-9125-D566-F1BACDE11E4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043772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BA71903A-36DE-91C7-EFA2-D900997183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27686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3DFFB25-896C-3EDE-6055-EE468DBDD5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27686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73D90FC2-7F19-F7F9-BC95-F4787D4A81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06914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D4F2ECCC-C38D-BBB9-2E75-720DFAEE01CD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5357896" y="3000513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7121663-70D4-3BF1-D4EF-1A9B305BD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28134" y="2149718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A81A776E-11F9-71B1-4551-15342D48D6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28134" y="1544409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F94F1DAA-42A4-61E9-0754-1CCD3BCF2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556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4898336E-E248-EF46-BA8B-2BF1CFFAB124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672020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5E6913C8-FB03-CD49-906E-DD4060DBAD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28582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44F6B3A7-AADA-116E-D6BB-28E7532917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928582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3BB42D9-4570-1606-4E3F-18FD1A7AF4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24198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1BFCBE9E-B1A3-4422-5CF2-9541FA3C5246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986144" y="3000513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DABCB3F4-0842-933F-B8A6-7DEE28D99F1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229030" y="2154096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D303EBE3-D758-CFCE-E6DE-CDF0FC2B99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29030" y="1548787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FE08EFEF-081F-D74C-0DBF-EC347C017A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32840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926351E-7AD1-9C95-1407-C314C0CC317B}"/>
              </a:ext>
            </a:extLst>
          </p:cNvPr>
          <p:cNvSpPr>
            <a:spLocks noGrp="1" noChangeAspect="1"/>
          </p:cNvSpPr>
          <p:nvPr>
            <p:ph type="body" sz="quarter" idx="45" hasCustomPrompt="1"/>
          </p:nvPr>
        </p:nvSpPr>
        <p:spPr>
          <a:xfrm>
            <a:off x="9290450" y="4308425"/>
            <a:ext cx="153825" cy="216000"/>
          </a:xfrm>
          <a:custGeom>
            <a:avLst/>
            <a:gdLst>
              <a:gd name="connsiteX0" fmla="*/ 0 w 226260"/>
              <a:gd name="connsiteY0" fmla="*/ 0 h 317714"/>
              <a:gd name="connsiteX1" fmla="*/ 92450 w 226260"/>
              <a:gd name="connsiteY1" fmla="*/ 0 h 317714"/>
              <a:gd name="connsiteX2" fmla="*/ 226260 w 226260"/>
              <a:gd name="connsiteY2" fmla="*/ 158857 h 317714"/>
              <a:gd name="connsiteX3" fmla="*/ 92450 w 226260"/>
              <a:gd name="connsiteY3" fmla="*/ 317714 h 317714"/>
              <a:gd name="connsiteX4" fmla="*/ 0 w 226260"/>
              <a:gd name="connsiteY4" fmla="*/ 317714 h 317714"/>
              <a:gd name="connsiteX5" fmla="*/ 133810 w 226260"/>
              <a:gd name="connsiteY5" fmla="*/ 158857 h 31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260" h="317714">
                <a:moveTo>
                  <a:pt x="0" y="0"/>
                </a:moveTo>
                <a:lnTo>
                  <a:pt x="92450" y="0"/>
                </a:lnTo>
                <a:lnTo>
                  <a:pt x="226260" y="158857"/>
                </a:lnTo>
                <a:lnTo>
                  <a:pt x="92450" y="317714"/>
                </a:lnTo>
                <a:lnTo>
                  <a:pt x="0" y="317714"/>
                </a:lnTo>
                <a:lnTo>
                  <a:pt x="133810" y="15885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1B3E5397-AFF1-792C-EBED-85446B7974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529480" y="5204362"/>
            <a:ext cx="1675764" cy="7884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A42B7D2-42FB-CF79-5B03-F53EDE38C4C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529480" y="4599053"/>
            <a:ext cx="1675764" cy="60267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B3E3AE05-5DB9-B07D-BA25-7F7F36F3731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739162" y="3592578"/>
            <a:ext cx="1256400" cy="3177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Milestone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42065-0956-886E-8D50-13A5E23F80D6}"/>
              </a:ext>
            </a:extLst>
          </p:cNvPr>
          <p:cNvGrpSpPr/>
          <p:nvPr userDrawn="1"/>
        </p:nvGrpSpPr>
        <p:grpSpPr>
          <a:xfrm>
            <a:off x="2172567" y="3101973"/>
            <a:ext cx="7846866" cy="1307812"/>
            <a:chOff x="2105892" y="3357980"/>
            <a:chExt cx="7846866" cy="1307812"/>
          </a:xfrm>
        </p:grpSpPr>
        <p:sp>
          <p:nvSpPr>
            <p:cNvPr id="7" name="Arc 48">
              <a:extLst>
                <a:ext uri="{FF2B5EF4-FFF2-40B4-BE49-F238E27FC236}">
                  <a16:creationId xmlns:a16="http://schemas.microsoft.com/office/drawing/2014/main" id="{EC850A60-C20A-8395-7234-45A3366219F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A0E80446-5E4B-C665-6CFB-7165CD4931A0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A483ED77-8DE6-0A70-9864-0B25285EF399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C0781424-C361-E569-C2E5-818CB90302F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C5BC891C-DA63-19BD-19F3-2D26B0FF68EC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D79DB29A-0810-7DFE-9053-128F395BB5E3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tx1">
                  <a:lumMod val="75000"/>
                  <a:lumOff val="2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0A50CFDB-C446-FF8C-E209-3F041E442B41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6980E86-E4FB-22C1-4406-0D82C266B0D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ED4A39C9-E6A3-3B71-7A3C-59E2BBF28432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8F9E7552-A40C-A6B7-2258-AF322F0FD3BF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573ABE9-21D1-D87C-E9AB-3703CD1EBDF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95C9FE2-0C8F-8E77-BF2A-00588F78C29A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680488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7C484F-84DC-25EA-C07C-C76534AB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1017249" cy="1720850"/>
          </a:xfrm>
        </p:spPr>
        <p:txBody>
          <a:bodyPr wrap="square" anchor="t">
            <a:noAutofit/>
          </a:bodyPr>
          <a:lstStyle>
            <a:lvl1pPr>
              <a:defRPr sz="4400" b="0">
                <a:latin typeface="+mj-lt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A2F605B9-DD22-872B-689D-2D7562F0DAA7}"/>
              </a:ext>
            </a:extLst>
          </p:cNvPr>
          <p:cNvSpPr/>
          <p:nvPr userDrawn="1"/>
        </p:nvSpPr>
        <p:spPr>
          <a:xfrm>
            <a:off x="587375" y="5980775"/>
            <a:ext cx="11012343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34289" rIns="34289"/>
          <a:lstStyle/>
          <a:p>
            <a:pPr lvl="0"/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95857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09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15070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57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86625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44361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56581"/>
      </p:ext>
    </p:extLst>
  </p:cSld>
  <p:clrMapOvr>
    <a:masterClrMapping/>
  </p:clrMapOvr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35674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21833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7211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96744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89668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516" y="219869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19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/>
              <a:t>NEXT</a:t>
            </a:r>
          </a:p>
        </p:txBody>
      </p:sp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B3A606B9-7A85-A653-3B7B-A73C925E35A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0DA89A57-887E-CE8C-8768-88BCAD4C8758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D34F6CA2-EFE0-824A-3557-295549EC196B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D4F5DF5E-C25C-E06B-DA76-269A78A78FBC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 hidden="1">
                <a:extLst>
                  <a:ext uri="{FF2B5EF4-FFF2-40B4-BE49-F238E27FC236}">
                    <a16:creationId xmlns:a16="http://schemas.microsoft.com/office/drawing/2014/main" id="{E5E2181D-DEA5-A52B-A99C-F438E7F9CC19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 hidden="1">
                <a:extLst>
                  <a:ext uri="{FF2B5EF4-FFF2-40B4-BE49-F238E27FC236}">
                    <a16:creationId xmlns:a16="http://schemas.microsoft.com/office/drawing/2014/main" id="{93FE8CC2-C679-9344-20A3-EBB5357EBCA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 hidden="1">
                <a:extLst>
                  <a:ext uri="{FF2B5EF4-FFF2-40B4-BE49-F238E27FC236}">
                    <a16:creationId xmlns:a16="http://schemas.microsoft.com/office/drawing/2014/main" id="{F8A77995-221D-057E-4A69-0AE8C4EB94F6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 hidden="1">
                <a:extLst>
                  <a:ext uri="{FF2B5EF4-FFF2-40B4-BE49-F238E27FC236}">
                    <a16:creationId xmlns:a16="http://schemas.microsoft.com/office/drawing/2014/main" id="{8C44B415-B294-F664-88CA-45B04EC24A3C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" name="Frame 11" hidden="1">
              <a:extLst>
                <a:ext uri="{FF2B5EF4-FFF2-40B4-BE49-F238E27FC236}">
                  <a16:creationId xmlns:a16="http://schemas.microsoft.com/office/drawing/2014/main" id="{6BFAFB4F-E8FA-5E73-79F0-1505E0146735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01" y="6377199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08" r:id="rId2"/>
    <p:sldLayoutId id="2147483709" r:id="rId3"/>
    <p:sldLayoutId id="2147483686" r:id="rId4"/>
    <p:sldLayoutId id="2147483714" r:id="rId5"/>
    <p:sldLayoutId id="2147483715" r:id="rId6"/>
    <p:sldLayoutId id="2147483685" r:id="rId7"/>
    <p:sldLayoutId id="2147483703" r:id="rId8"/>
    <p:sldLayoutId id="2147483695" r:id="rId9"/>
    <p:sldLayoutId id="2147483710" r:id="rId10"/>
    <p:sldLayoutId id="2147483711" r:id="rId11"/>
    <p:sldLayoutId id="2147483701" r:id="rId12"/>
    <p:sldLayoutId id="2147483702" r:id="rId13"/>
    <p:sldLayoutId id="2147483700" r:id="rId14"/>
    <p:sldLayoutId id="2147483712" r:id="rId15"/>
    <p:sldLayoutId id="2147483713" r:id="rId16"/>
    <p:sldLayoutId id="2147483717" r:id="rId17"/>
    <p:sldLayoutId id="2147483718" r:id="rId18"/>
    <p:sldLayoutId id="2147483719" r:id="rId19"/>
    <p:sldLayoutId id="2147483720" r:id="rId20"/>
    <p:sldLayoutId id="2147483716" r:id="rId21"/>
    <p:sldLayoutId id="2147483721" r:id="rId22"/>
    <p:sldLayoutId id="2147483676" r:id="rId23"/>
    <p:sldLayoutId id="2147483722" r:id="rId24"/>
    <p:sldLayoutId id="2147483674" r:id="rId25"/>
    <p:sldLayoutId id="2147483675" r:id="rId26"/>
    <p:sldLayoutId id="2147483677" r:id="rId27"/>
    <p:sldLayoutId id="2147483673" r:id="rId28"/>
    <p:sldLayoutId id="2147483696" r:id="rId29"/>
    <p:sldLayoutId id="2147483697" r:id="rId30"/>
    <p:sldLayoutId id="2147483723" r:id="rId31"/>
    <p:sldLayoutId id="2147483687" r:id="rId32"/>
    <p:sldLayoutId id="2147483683" r:id="rId33"/>
    <p:sldLayoutId id="2147483682" r:id="rId34"/>
    <p:sldLayoutId id="2147483684" r:id="rId35"/>
    <p:sldLayoutId id="2147483698" r:id="rId36"/>
    <p:sldLayoutId id="2147483699" r:id="rId37"/>
    <p:sldLayoutId id="2147483691" r:id="rId38"/>
    <p:sldLayoutId id="2147483692" r:id="rId39"/>
    <p:sldLayoutId id="2147483693" r:id="rId40"/>
    <p:sldLayoutId id="2147483694" r:id="rId41"/>
    <p:sldLayoutId id="2147483704" r:id="rId42"/>
    <p:sldLayoutId id="2147483705" r:id="rId43"/>
    <p:sldLayoutId id="2147483706" r:id="rId44"/>
    <p:sldLayoutId id="2147483707" r:id="rId45"/>
    <p:sldLayoutId id="2147483679" r:id="rId46"/>
    <p:sldLayoutId id="2147483680" r:id="rId47"/>
    <p:sldLayoutId id="2147483724" r:id="rId4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pos="1277" userDrawn="1">
          <p15:clr>
            <a:srgbClr val="F26B43"/>
          </p15:clr>
        </p15:guide>
        <p15:guide id="6" pos="2570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5110" userDrawn="1">
          <p15:clr>
            <a:srgbClr val="F26B43"/>
          </p15:clr>
        </p15:guide>
        <p15:guide id="9" pos="6403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0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uricata.io/download/" TargetMode="External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D2756-ED19-E921-2714-CAFEDDE6B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Suricata: IDS e IPS</a:t>
            </a: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F79B-D5F2-7C59-B9D5-2D2D4BA2B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294" y="1059838"/>
            <a:ext cx="4665397" cy="47383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Henrique Dias Neves Simões Ferreira </a:t>
            </a:r>
          </a:p>
          <a:p>
            <a:pPr marL="0" indent="0">
              <a:buNone/>
            </a:pPr>
            <a:r>
              <a:rPr lang="en-US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João Pedro Vila Pomar  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Rodolfo Miguel de Sousa Belchior Brás Oliveira </a:t>
            </a:r>
          </a:p>
          <a:p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A963C8D2-D05D-2725-5041-09037BD9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6195" y="6236208"/>
            <a:ext cx="4218980" cy="320040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C285988A-5FEC-E36C-D4E6-B59B65AA1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0CCC8-6EC5-69DB-F079-9AAD5A05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EAE98-ECC0-6D12-1F2C-A609F887D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IDS/IPS: A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Solução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de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Monitorização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A Ferramenta: Suricata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dirty="0" err="1">
                <a:solidFill>
                  <a:srgbClr val="404040"/>
                </a:solidFill>
                <a:latin typeface="Times New Roman"/>
                <a:cs typeface="Times New Roman"/>
              </a:rPr>
              <a:t>Arquitetura</a:t>
            </a:r>
            <a:r>
              <a:rPr lang="en-US" sz="1700" dirty="0">
                <a:solidFill>
                  <a:srgbClr val="404040"/>
                </a:solidFill>
                <a:latin typeface="Times New Roman"/>
                <a:cs typeface="Times New Roman"/>
              </a:rPr>
              <a:t> principal</a:t>
            </a:r>
          </a:p>
          <a:p>
            <a:pPr>
              <a:lnSpc>
                <a:spcPct val="90000"/>
              </a:lnSpc>
            </a:pPr>
            <a:r>
              <a:rPr lang="pt-PT" sz="1700" dirty="0">
                <a:solidFill>
                  <a:srgbClr val="404040"/>
                </a:solidFill>
                <a:latin typeface="Times New Roman"/>
                <a:cs typeface="Times New Roman"/>
              </a:rPr>
              <a:t>Regras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Nossa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Testbed no GNS3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Experiências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e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Análise</a:t>
            </a:r>
            <a:r>
              <a:rPr lang="en-US" sz="1700" i="0" dirty="0">
                <a:solidFill>
                  <a:srgbClr val="404040"/>
                </a:solidFill>
                <a:latin typeface="Times New Roman"/>
                <a:cs typeface="Times New Roman"/>
              </a:rPr>
              <a:t> de </a:t>
            </a: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Deteções</a:t>
            </a:r>
            <a:endParaRPr lang="en-US" sz="17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US" sz="1700" i="0" dirty="0" err="1">
                <a:solidFill>
                  <a:srgbClr val="404040"/>
                </a:solidFill>
                <a:latin typeface="Times New Roman"/>
                <a:cs typeface="Times New Roman"/>
              </a:rPr>
              <a:t>Demonstração</a:t>
            </a:r>
            <a:endParaRPr lang="en-US" sz="17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pt-P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  <a:endParaRPr lang="en-US" sz="17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>
              <a:lnSpc>
                <a:spcPct val="90000"/>
              </a:lnSpc>
            </a:pPr>
            <a:endParaRPr lang="en-US" sz="17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C9FB6-59E6-D571-D5BE-D3F7A05B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DEE278-BFDB-418C-A9D5-0D5169C04A6A}" type="slidenum">
              <a:rPr lang="pt-PT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0846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66CDE-73EB-F37B-A7EE-278D4CEC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IDS/IPS: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Monitorização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BC2A4481-6FE5-0E36-AB28-FB3094C7D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04" y="1013673"/>
            <a:ext cx="4297680" cy="2449677"/>
          </a:xfrm>
          <a:prstGeom prst="rect">
            <a:avLst/>
          </a:prstGeom>
        </p:spPr>
      </p:pic>
      <p:pic>
        <p:nvPicPr>
          <p:cNvPr id="7" name="Picture 6" descr="A blue box with white arrows and a circle&#10;&#10;AI-generated content may be incorrect.">
            <a:extLst>
              <a:ext uri="{FF2B5EF4-FFF2-40B4-BE49-F238E27FC236}">
                <a16:creationId xmlns:a16="http://schemas.microsoft.com/office/drawing/2014/main" id="{729F1C05-6114-0550-DC2D-F5E9593D9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690" y="1872550"/>
            <a:ext cx="4741723" cy="7319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A60-40B5-5DFB-B537-CB371866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5361A-DA04-B592-704D-995D0CFA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kern="1200" spc="0" baseline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kern="1200" spc="0" baseline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2187EAE-629B-616E-00C4-D1B72D98983A}"/>
              </a:ext>
            </a:extLst>
          </p:cNvPr>
          <p:cNvSpPr txBox="1"/>
          <p:nvPr/>
        </p:nvSpPr>
        <p:spPr>
          <a:xfrm>
            <a:off x="5150869" y="3567118"/>
            <a:ext cx="1890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</a:t>
            </a:r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Security IPS e IDS</a:t>
            </a:r>
            <a:endParaRPr lang="pt-PT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88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A03B-D11A-B9C9-2779-19324A85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 Suricata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7013-BF59-4179-95C1-1B2F16EA8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Open-source (IDS/IPS)</a:t>
            </a:r>
          </a:p>
          <a:p>
            <a:r>
              <a:rPr lang="en-US" err="1">
                <a:latin typeface="Times New Roman"/>
                <a:cs typeface="Times New Roman"/>
              </a:rPr>
              <a:t>Suporta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regras</a:t>
            </a:r>
            <a:r>
              <a:rPr lang="en-US">
                <a:latin typeface="Times New Roman"/>
                <a:cs typeface="Times New Roman"/>
              </a:rPr>
              <a:t> para </a:t>
            </a:r>
            <a:r>
              <a:rPr lang="en-US" err="1">
                <a:latin typeface="Times New Roman"/>
                <a:cs typeface="Times New Roman"/>
              </a:rPr>
              <a:t>identificar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ataques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err="1">
                <a:latin typeface="Times New Roman"/>
                <a:cs typeface="Times New Roman"/>
              </a:rPr>
              <a:t>Tráfego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em</a:t>
            </a:r>
            <a:r>
              <a:rPr lang="en-US">
                <a:latin typeface="Times New Roman"/>
                <a:cs typeface="Times New Roman"/>
              </a:rPr>
              <a:t> tempo real</a:t>
            </a:r>
          </a:p>
          <a:p>
            <a:r>
              <a:rPr lang="en-US" err="1">
                <a:latin typeface="Times New Roman"/>
                <a:cs typeface="Times New Roman"/>
              </a:rPr>
              <a:t>Alertas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automáticos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GNS3 e Kali</a:t>
            </a:r>
          </a:p>
          <a:p>
            <a:r>
              <a:rPr lang="en-US">
                <a:latin typeface="Times New Roman"/>
                <a:cs typeface="Times New Roman"/>
              </a:rPr>
              <a:t>DDoS, SNMP, Port Scanning, </a:t>
            </a:r>
            <a:r>
              <a:rPr lang="en-US" err="1">
                <a:latin typeface="Times New Roman"/>
                <a:cs typeface="Times New Roman"/>
              </a:rPr>
              <a:t>Força</a:t>
            </a:r>
            <a:r>
              <a:rPr lang="en-US">
                <a:latin typeface="Times New Roman"/>
                <a:cs typeface="Times New Roman"/>
              </a:rPr>
              <a:t> Bruta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FDBE8823-6C21-E324-5D68-04C9E2152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89" y="1693405"/>
            <a:ext cx="4782312" cy="347913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E85FF-8D37-BD0E-99C9-973B8E54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315" y="6236208"/>
            <a:ext cx="5901189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B878B-6425-4FFD-1164-052CC91E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2451CD-9014-AB20-D1A0-A09E2FAA93CF}"/>
              </a:ext>
            </a:extLst>
          </p:cNvPr>
          <p:cNvSpPr txBox="1"/>
          <p:nvPr/>
        </p:nvSpPr>
        <p:spPr>
          <a:xfrm>
            <a:off x="8103535" y="5327939"/>
            <a:ext cx="11208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2 - Suricata Logo</a:t>
            </a:r>
          </a:p>
        </p:txBody>
      </p:sp>
    </p:spTree>
    <p:extLst>
      <p:ext uri="{BB962C8B-B14F-4D97-AF65-F5344CB8AC3E}">
        <p14:creationId xmlns:p14="http://schemas.microsoft.com/office/powerpoint/2010/main" val="137780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306BA-0F51-7D90-B84C-9AD5257C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0053-C785-B020-6684-A30EFF2C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PRINCIPAL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E76EBB-F157-470C-4270-BF75F648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DEE278-BFDB-418C-A9D5-0D5169C04A6A}" type="slidenum">
              <a:rPr lang="pt-PT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pt-PT"/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347BFE29-40BE-9D5D-6FAF-2140E03370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10438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74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7ED98-90B0-5A1D-41E6-8CAF99DF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76E7F2-DDC7-F434-33EB-B8F50EA0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DEE278-BFDB-418C-A9D5-0D5169C04A6A}" type="slidenum">
              <a:rPr lang="pt-PT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pt-PT"/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49FB3CBC-3765-1248-FAE2-2291BEC3B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872046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043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DED847-34F1-4353-AA83-1525E9E40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476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A7055-D3FD-BB09-339F-6994AFF3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599" y="4928136"/>
            <a:ext cx="7729728" cy="1134402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Testbed no GNS3</a:t>
            </a:r>
          </a:p>
        </p:txBody>
      </p:sp>
      <p:pic>
        <p:nvPicPr>
          <p:cNvPr id="10" name="Picture 9" descr="A diagram of a computer network">
            <a:extLst>
              <a:ext uri="{FF2B5EF4-FFF2-40B4-BE49-F238E27FC236}">
                <a16:creationId xmlns:a16="http://schemas.microsoft.com/office/drawing/2014/main" id="{D8B34CCB-FB37-31A3-128D-60E35339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6"/>
          <a:stretch>
            <a:fillRect/>
          </a:stretch>
        </p:blipFill>
        <p:spPr>
          <a:xfrm>
            <a:off x="1747703" y="232236"/>
            <a:ext cx="8696594" cy="452223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7EB7-3F2F-296D-DA25-315B7546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DF9FE-F130-3F63-D0AE-D39444B8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 defTabSz="45720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3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724184-82C9-C628-A411-BB292CB7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Experiências</a:t>
            </a:r>
            <a:r>
              <a:rPr lang="en-US" dirty="0">
                <a:latin typeface="Times New Roman"/>
                <a:cs typeface="Times New Roman"/>
              </a:rPr>
              <a:t> e </a:t>
            </a:r>
            <a:r>
              <a:rPr lang="en-US" dirty="0" err="1">
                <a:latin typeface="Times New Roman"/>
                <a:cs typeface="Times New Roman"/>
              </a:rPr>
              <a:t>Análise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Deteções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57A625-F96F-0D54-E5A0-71FE4DB21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Reconhecimento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endParaRPr lang="en-US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Port Scanning (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nmap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Reconhecimento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SNMP (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snmpwalk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rgbClr val="40404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Negação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Serviço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(DoS/DDoS):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SYN Flood com IPs 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Aleatórios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com IP </a:t>
            </a: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Único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(hping3)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rgbClr val="40404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Tentativa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Acesso</a:t>
            </a: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Força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Bruta Telnet (Hydra)</a:t>
            </a:r>
          </a:p>
          <a:p>
            <a:endParaRPr lang="pt-PT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62A1E8-2E1D-86AF-A021-2C8A0DBD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0332A8-9522-A9C3-FBF2-A172B51F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D13CD-9E72-5D1E-81BA-544CBCA1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5000" kern="1200" cap="all" spc="200" baseline="0" dirty="0" err="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Demonstração</a:t>
            </a:r>
            <a:endParaRPr lang="en-US" sz="5000" kern="1200" cap="all" spc="200" baseline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9AF9F-CCD3-6DDC-0216-085BA29D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500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7C4D4-4C67-321C-57F5-3ADB758D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kern="1200" spc="0" baseline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kern="1200" spc="0" baseline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89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2460B-7DB4-568E-DB84-1AD447E3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  <a:endParaRPr lang="pt-PT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D588BE-8DC7-F78E-ED05-A53B2842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FB9B95-2693-D9E6-AB1C-B6C89030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10</a:t>
            </a:fld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4084D6-B4FD-6557-C99C-40A18AB3B838}"/>
              </a:ext>
            </a:extLst>
          </p:cNvPr>
          <p:cNvSpPr txBox="1"/>
          <p:nvPr/>
        </p:nvSpPr>
        <p:spPr>
          <a:xfrm>
            <a:off x="1581150" y="2571234"/>
            <a:ext cx="9004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 Cisco Networking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Academy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(2025). Network Security, Módulo 11: IPS Technologies. Material do curso online. Acedido em: 5 de junho de 2025. 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2 -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https://suricata.io/download/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Acedido em: 5 de junho de 2025.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7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5EE13-86BC-90C5-0E48-11402059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912F5-2A3F-AD12-182D-5F8A6E9B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8E617-2BBC-4C3F-88DC-48162B4D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59798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Charcoal by APW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74151"/>
      </a:accent1>
      <a:accent2>
        <a:srgbClr val="6B7280"/>
      </a:accent2>
      <a:accent3>
        <a:srgbClr val="9CA3AF"/>
      </a:accent3>
      <a:accent4>
        <a:srgbClr val="F3F4F6"/>
      </a:accent4>
      <a:accent5>
        <a:srgbClr val="22D3EE"/>
      </a:accent5>
      <a:accent6>
        <a:srgbClr val="6E7889"/>
      </a:accent6>
      <a:hlink>
        <a:srgbClr val="467886"/>
      </a:hlink>
      <a:folHlink>
        <a:srgbClr val="96607D"/>
      </a:folHlink>
    </a:clrScheme>
    <a:fontScheme name="Custom 98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F8C1EA-3154-4727-81F5-50B9FEF997DD}">
  <we:reference id="wa200005566" version="3.0.0.3" store="pt-BR" storeType="OMEX"/>
  <we:alternateReferences>
    <we:reference id="wa200005566" version="3.0.0.3" store="wa200005566" storeType="OMEX"/>
  </we:alternateReferences>
  <we:properties>
    <we:property name="theme" value="{&quot;name&quot;:&quot;Midnight&quot;,&quot;colorPalette&quot;:[&quot;0E2841&quot;,&quot;E8E8E8&quot;,&quot;374151&quot;,&quot;6B7280&quot;,&quot;9CA3AF&quot;,&quot;343A45&quot;,&quot;22D3EE&quot;,&quot;6E7889&quot;,&quot;467886&quot;,&quot;96607D&quot;],&quot;color&quot;:&quot;&quot;,&quot;isDefault&quot;:true,&quot;previewImages&quot;:[&quot;https://cpp.appsdowonders.com/assets/SlideTitle-midnight.png&quot;,&quot;https://cpp.appsdowonders.com/assets/SlideTextbox1V1-midnight.png&quot;,&quot;https://cpp.appsdowonders.com/assets/SlideTextbox3V1-midnight.png&quot;,&quot;https://cpp.appsdowonders.com/assets/SlideTable-midnight.png&quot;,&quot;https://cpp.appsdowonders.com/assets/SlideTimeline-midnight.png&quot;]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2CDC0905FC7242A19347A633EEBEDA" ma:contentTypeVersion="6" ma:contentTypeDescription="Create a new document." ma:contentTypeScope="" ma:versionID="967d885ccf4a36cc1e2e11e69d669ed7">
  <xsd:schema xmlns:xsd="http://www.w3.org/2001/XMLSchema" xmlns:xs="http://www.w3.org/2001/XMLSchema" xmlns:p="http://schemas.microsoft.com/office/2006/metadata/properties" xmlns:ns3="5c835171-fe42-4280-af26-c38a4d1fbc58" targetNamespace="http://schemas.microsoft.com/office/2006/metadata/properties" ma:root="true" ma:fieldsID="558325b487922957eeea4e8c2ed43581" ns3:_="">
    <xsd:import namespace="5c835171-fe42-4280-af26-c38a4d1fbc5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35171-fe42-4280-af26-c38a4d1fbc5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835171-fe42-4280-af26-c38a4d1fbc58" xsi:nil="true"/>
  </documentManagement>
</p:properties>
</file>

<file path=customXml/itemProps1.xml><?xml version="1.0" encoding="utf-8"?>
<ds:datastoreItem xmlns:ds="http://schemas.openxmlformats.org/officeDocument/2006/customXml" ds:itemID="{0BB31A18-503A-431A-B054-A523EB36B5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835171-fe42-4280-af26-c38a4d1fb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6A5DC4-6F28-4B9E-900E-B19DF9214B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1CDDD9-F94A-4DEB-BB43-15C1C2034E8E}">
  <ds:schemaRefs>
    <ds:schemaRef ds:uri="http://purl.org/dc/dcmitype/"/>
    <ds:schemaRef ds:uri="http://www.w3.org/XML/1998/namespace"/>
    <ds:schemaRef ds:uri="http://purl.org/dc/elements/1.1/"/>
    <ds:schemaRef ds:uri="5c835171-fe42-4280-af26-c38a4d1fbc58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276</Words>
  <Application>Microsoft Office PowerPoint</Application>
  <PresentationFormat>Widescreen</PresentationFormat>
  <Paragraphs>78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Gill Sans MT</vt:lpstr>
      <vt:lpstr>Times New Roman</vt:lpstr>
      <vt:lpstr>Midnight</vt:lpstr>
      <vt:lpstr>Pacote</vt:lpstr>
      <vt:lpstr>Suricata: IDS e IPS </vt:lpstr>
      <vt:lpstr> Índice</vt:lpstr>
      <vt:lpstr>IDS/IPS: A Solução de Monitorização</vt:lpstr>
      <vt:lpstr> Suricata</vt:lpstr>
      <vt:lpstr>ARQUITETURA PRINCIPAL</vt:lpstr>
      <vt:lpstr>Regras</vt:lpstr>
      <vt:lpstr>A Nossa Testbed no GNS3</vt:lpstr>
      <vt:lpstr>Experiências e Análise de Deteções</vt:lpstr>
      <vt:lpstr>Demonstração</vt:lpstr>
      <vt:lpstr>Referências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Rodolfo Miguel de Sousa Belchior Bras Oliveira</dc:creator>
  <cp:lastModifiedBy>Rodolfo Miguel de Sousa Belchior Bras Oliveira</cp:lastModifiedBy>
  <cp:revision>2</cp:revision>
  <cp:lastPrinted>2025-06-05T22:04:38Z</cp:lastPrinted>
  <dcterms:created xsi:type="dcterms:W3CDTF">2025-06-05T17:57:24Z</dcterms:created>
  <dcterms:modified xsi:type="dcterms:W3CDTF">2025-06-05T22:26:26Z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0x010100B32CDC0905FC7242A19347A633EEBEDA</vt:lpwstr>
  </property>
</Properties>
</file>